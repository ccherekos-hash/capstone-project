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aleway ExtraBold"/>
      <p:bold r:id="rId20"/>
      <p:boldItalic r:id="rId21"/>
    </p:embeddedFont>
    <p:embeddedFont>
      <p:font typeface="Arim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Poppins ExtraBold"/>
      <p:bold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ExtraBold-bold.fntdata"/><Relationship Id="rId22" Type="http://schemas.openxmlformats.org/officeDocument/2006/relationships/font" Target="fonts/Arimo-regular.fntdata"/><Relationship Id="rId21" Type="http://schemas.openxmlformats.org/officeDocument/2006/relationships/font" Target="fonts/RalewayExtraBold-boldItalic.fntdata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regular.fntdata"/><Relationship Id="rId25" Type="http://schemas.openxmlformats.org/officeDocument/2006/relationships/font" Target="fonts/Arim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7.xml"/><Relationship Id="rId33" Type="http://schemas.openxmlformats.org/officeDocument/2006/relationships/font" Target="fonts/Inter-boldItalic.fntdata"/><Relationship Id="rId10" Type="http://schemas.openxmlformats.org/officeDocument/2006/relationships/slide" Target="slides/slide6.xml"/><Relationship Id="rId32" Type="http://schemas.openxmlformats.org/officeDocument/2006/relationships/font" Target="fonts/Inter-italic.fntdata"/><Relationship Id="rId13" Type="http://schemas.openxmlformats.org/officeDocument/2006/relationships/slide" Target="slides/slide9.xml"/><Relationship Id="rId35" Type="http://schemas.openxmlformats.org/officeDocument/2006/relationships/font" Target="fonts/PoppinsExtraBold-boldItalic.fntdata"/><Relationship Id="rId12" Type="http://schemas.openxmlformats.org/officeDocument/2006/relationships/slide" Target="slides/slide8.xml"/><Relationship Id="rId34" Type="http://schemas.openxmlformats.org/officeDocument/2006/relationships/font" Target="fonts/PoppinsExtraBold-bold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font" Target="fonts/Raleway-bold.fntdata"/><Relationship Id="rId39" Type="http://schemas.openxmlformats.org/officeDocument/2006/relationships/font" Target="fonts/OpenSans-boldItalic.fntdata"/><Relationship Id="rId16" Type="http://schemas.openxmlformats.org/officeDocument/2006/relationships/font" Target="fonts/Raleway-regular.fntdata"/><Relationship Id="rId38" Type="http://schemas.openxmlformats.org/officeDocument/2006/relationships/font" Target="fonts/OpenSans-italic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3146cb5cc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3" name="Google Shape;2043;g3146cb5cc3e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146cb5cc3e_0_6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5" name="Google Shape;2065;g3146cb5cc3e_0_60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3146cb5cc3e_0_12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6" name="Google Shape;2086;g3146cb5cc3e_0_125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ad2a5f979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4" name="Google Shape;2214;g3ad2a5f9794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g3146cb5cc3e_0_18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1" name="Google Shape;2341;g3146cb5cc3e_0_187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g3adfef1abb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9" name="Google Shape;2349;g3adfef1abb8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g3ad2a5f979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7" name="Google Shape;2357;g3ad2a5f9794_0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g3ad2a5f9794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5" name="Google Shape;2485;g3ad2a5f9794_0_3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g3ae09e57a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2" name="Google Shape;2612;g3ae09e57acd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g3ad2a5f9794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5" name="Google Shape;2625;g3ad2a5f9794_0_6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9" name="Shape 2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Google Shape;2630;g3146cb5cc3e_0_47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1" name="Google Shape;2631;g3146cb5cc3e_0_477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169225" y="560775"/>
            <a:ext cx="6805500" cy="229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77750" y="3231851"/>
            <a:ext cx="5788500" cy="66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450421" y="-383841"/>
            <a:ext cx="1507871" cy="1510263"/>
            <a:chOff x="39184" y="-151930"/>
            <a:chExt cx="1309825" cy="1311903"/>
          </a:xfrm>
        </p:grpSpPr>
        <p:sp>
          <p:nvSpPr>
            <p:cNvPr id="12" name="Google Shape;12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 flipH="1">
            <a:off x="8057468" y="4108382"/>
            <a:ext cx="1507871" cy="1510263"/>
            <a:chOff x="39184" y="-151930"/>
            <a:chExt cx="1309825" cy="1311903"/>
          </a:xfrm>
        </p:grpSpPr>
        <p:sp>
          <p:nvSpPr>
            <p:cNvPr id="130" name="Google Shape;130;p2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"/>
          <p:cNvSpPr/>
          <p:nvPr/>
        </p:nvSpPr>
        <p:spPr>
          <a:xfrm>
            <a:off x="723900" y="862425"/>
            <a:ext cx="1257300" cy="96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9" name="Google Shape;249;p3"/>
          <p:cNvSpPr txBox="1"/>
          <p:nvPr>
            <p:ph type="title"/>
          </p:nvPr>
        </p:nvSpPr>
        <p:spPr>
          <a:xfrm>
            <a:off x="629525" y="1989775"/>
            <a:ext cx="7463100" cy="1224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0" name="Google Shape;250;p3"/>
          <p:cNvSpPr txBox="1"/>
          <p:nvPr>
            <p:ph hasCustomPrompt="1" idx="2" type="title"/>
          </p:nvPr>
        </p:nvSpPr>
        <p:spPr>
          <a:xfrm>
            <a:off x="723900" y="862425"/>
            <a:ext cx="1257300" cy="96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1" name="Google Shape;251;p3"/>
          <p:cNvSpPr txBox="1"/>
          <p:nvPr>
            <p:ph idx="1" type="subTitle"/>
          </p:nvPr>
        </p:nvSpPr>
        <p:spPr>
          <a:xfrm>
            <a:off x="629525" y="3141225"/>
            <a:ext cx="7463100" cy="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52" name="Google Shape;252;p3"/>
          <p:cNvGrpSpPr/>
          <p:nvPr/>
        </p:nvGrpSpPr>
        <p:grpSpPr>
          <a:xfrm>
            <a:off x="-36383" y="-155066"/>
            <a:ext cx="9557011" cy="5716646"/>
            <a:chOff x="-36383" y="-155066"/>
            <a:chExt cx="9557011" cy="5716646"/>
          </a:xfrm>
        </p:grpSpPr>
        <p:grpSp>
          <p:nvGrpSpPr>
            <p:cNvPr id="253" name="Google Shape;253;p3"/>
            <p:cNvGrpSpPr/>
            <p:nvPr/>
          </p:nvGrpSpPr>
          <p:grpSpPr>
            <a:xfrm rot="10800000">
              <a:off x="7204195" y="-155066"/>
              <a:ext cx="2187094" cy="2789634"/>
              <a:chOff x="3700202" y="2700338"/>
              <a:chExt cx="1654132" cy="2109842"/>
            </a:xfrm>
          </p:grpSpPr>
          <p:sp>
            <p:nvSpPr>
              <p:cNvPr id="254" name="Google Shape;254;p3"/>
              <p:cNvSpPr/>
              <p:nvPr/>
            </p:nvSpPr>
            <p:spPr>
              <a:xfrm>
                <a:off x="3700202" y="2700338"/>
                <a:ext cx="1654132" cy="2109842"/>
              </a:xfrm>
              <a:custGeom>
                <a:rect b="b" l="l" r="r" t="t"/>
                <a:pathLst>
                  <a:path extrusionOk="0" h="63780" w="50004">
                    <a:moveTo>
                      <a:pt x="50004" y="50004"/>
                    </a:moveTo>
                    <a:lnTo>
                      <a:pt x="0" y="0"/>
                    </a:lnTo>
                    <a:lnTo>
                      <a:pt x="79" y="29993"/>
                    </a:lnTo>
                    <a:lnTo>
                      <a:pt x="33867" y="63780"/>
                    </a:lnTo>
                    <a:lnTo>
                      <a:pt x="50001" y="63703"/>
                    </a:lnTo>
                    <a:lnTo>
                      <a:pt x="50004" y="50004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3703377" y="3690938"/>
                <a:ext cx="1117623" cy="1117589"/>
              </a:xfrm>
              <a:custGeom>
                <a:rect b="b" l="l" r="r" t="t"/>
                <a:pathLst>
                  <a:path extrusionOk="0" h="33787" w="33788">
                    <a:moveTo>
                      <a:pt x="0" y="0"/>
                    </a:moveTo>
                    <a:lnTo>
                      <a:pt x="33788" y="33787"/>
                    </a:lnTo>
                    <a:lnTo>
                      <a:pt x="36" y="337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6A7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4057390" y="3656013"/>
                <a:ext cx="935041" cy="652454"/>
              </a:xfrm>
              <a:custGeom>
                <a:rect b="b" l="l" r="r" t="t"/>
                <a:pathLst>
                  <a:path extrusionOk="0" h="19728" w="28281">
                    <a:moveTo>
                      <a:pt x="0" y="5276"/>
                    </a:moveTo>
                    <a:lnTo>
                      <a:pt x="0" y="5276"/>
                    </a:lnTo>
                    <a:cubicBezTo>
                      <a:pt x="5276" y="0"/>
                      <a:pt x="13829" y="0"/>
                      <a:pt x="19104" y="5276"/>
                    </a:cubicBezTo>
                    <a:lnTo>
                      <a:pt x="28281" y="14453"/>
                    </a:lnTo>
                    <a:lnTo>
                      <a:pt x="28281" y="14453"/>
                    </a:lnTo>
                    <a:cubicBezTo>
                      <a:pt x="23006" y="19728"/>
                      <a:pt x="14453" y="19728"/>
                      <a:pt x="9177" y="14453"/>
                    </a:cubicBezTo>
                    <a:lnTo>
                      <a:pt x="0" y="5276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3746240" y="3967163"/>
                <a:ext cx="935041" cy="652471"/>
              </a:xfrm>
              <a:custGeom>
                <a:rect b="b" l="l" r="r" t="t"/>
                <a:pathLst>
                  <a:path extrusionOk="0" h="19727" w="28281">
                    <a:moveTo>
                      <a:pt x="0" y="5275"/>
                    </a:moveTo>
                    <a:lnTo>
                      <a:pt x="0" y="5275"/>
                    </a:lnTo>
                    <a:cubicBezTo>
                      <a:pt x="5275" y="0"/>
                      <a:pt x="13828" y="0"/>
                      <a:pt x="19104" y="5275"/>
                    </a:cubicBezTo>
                    <a:lnTo>
                      <a:pt x="28281" y="14452"/>
                    </a:lnTo>
                    <a:lnTo>
                      <a:pt x="28281" y="14452"/>
                    </a:lnTo>
                    <a:cubicBezTo>
                      <a:pt x="23005" y="19727"/>
                      <a:pt x="14452" y="19727"/>
                      <a:pt x="9177" y="14452"/>
                    </a:cubicBezTo>
                    <a:lnTo>
                      <a:pt x="0" y="5275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128827" y="3976688"/>
                <a:ext cx="401633" cy="401633"/>
              </a:xfrm>
              <a:custGeom>
                <a:rect b="b" l="l" r="r" t="t"/>
                <a:pathLst>
                  <a:path extrusionOk="0" h="12133" w="12133">
                    <a:moveTo>
                      <a:pt x="2647" y="9486"/>
                    </a:moveTo>
                    <a:cubicBezTo>
                      <a:pt x="5261" y="12100"/>
                      <a:pt x="9471" y="12133"/>
                      <a:pt x="12133" y="9597"/>
                    </a:cubicBezTo>
                    <a:lnTo>
                      <a:pt x="2536" y="0"/>
                    </a:lnTo>
                    <a:cubicBezTo>
                      <a:pt x="0" y="2662"/>
                      <a:pt x="33" y="6872"/>
                      <a:pt x="2647" y="9486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4211377" y="3895725"/>
                <a:ext cx="401633" cy="401633"/>
              </a:xfrm>
              <a:custGeom>
                <a:rect b="b" l="l" r="r" t="t"/>
                <a:pathLst>
                  <a:path extrusionOk="0" h="12133" w="12133">
                    <a:moveTo>
                      <a:pt x="9486" y="2647"/>
                    </a:moveTo>
                    <a:cubicBezTo>
                      <a:pt x="6872" y="33"/>
                      <a:pt x="2662" y="0"/>
                      <a:pt x="0" y="2536"/>
                    </a:cubicBezTo>
                    <a:lnTo>
                      <a:pt x="9597" y="12133"/>
                    </a:lnTo>
                    <a:cubicBezTo>
                      <a:pt x="12133" y="9471"/>
                      <a:pt x="12100" y="5261"/>
                      <a:pt x="9486" y="2647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3"/>
            <p:cNvSpPr/>
            <p:nvPr/>
          </p:nvSpPr>
          <p:spPr>
            <a:xfrm rot="5400000">
              <a:off x="7874" y="3678747"/>
              <a:ext cx="740961" cy="740961"/>
            </a:xfrm>
            <a:custGeom>
              <a:rect b="b" l="l" r="r" t="t"/>
              <a:pathLst>
                <a:path extrusionOk="0" h="16944" w="16944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"/>
            <p:cNvGrpSpPr/>
            <p:nvPr/>
          </p:nvGrpSpPr>
          <p:grpSpPr>
            <a:xfrm>
              <a:off x="-36383" y="4107925"/>
              <a:ext cx="1658229" cy="1282495"/>
              <a:chOff x="5136226" y="2246221"/>
              <a:chExt cx="1254144" cy="969970"/>
            </a:xfrm>
          </p:grpSpPr>
          <p:sp>
            <p:nvSpPr>
              <p:cNvPr id="262" name="Google Shape;262;p3"/>
              <p:cNvSpPr/>
              <p:nvPr/>
            </p:nvSpPr>
            <p:spPr>
              <a:xfrm>
                <a:off x="5448964" y="2246221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136226" y="2558958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521989" y="2570071"/>
                <a:ext cx="403228" cy="403228"/>
              </a:xfrm>
              <a:custGeom>
                <a:rect b="b" l="l" r="r" t="t"/>
                <a:pathLst>
                  <a:path extrusionOk="0" h="12207" w="12207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604539" y="2487521"/>
                <a:ext cx="403225" cy="403225"/>
              </a:xfrm>
              <a:custGeom>
                <a:rect b="b" l="l" r="r" t="t"/>
                <a:pathLst>
                  <a:path extrusionOk="0" h="12206" w="12206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3"/>
            <p:cNvGrpSpPr/>
            <p:nvPr/>
          </p:nvGrpSpPr>
          <p:grpSpPr>
            <a:xfrm flipH="1">
              <a:off x="8012757" y="4051317"/>
              <a:ext cx="1507871" cy="1510263"/>
              <a:chOff x="39184" y="-151930"/>
              <a:chExt cx="1309825" cy="1311903"/>
            </a:xfrm>
          </p:grpSpPr>
          <p:sp>
            <p:nvSpPr>
              <p:cNvPr id="267" name="Google Shape;267;p3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"/>
          <p:cNvSpPr txBox="1"/>
          <p:nvPr>
            <p:ph type="title"/>
          </p:nvPr>
        </p:nvSpPr>
        <p:spPr>
          <a:xfrm>
            <a:off x="720000" y="523275"/>
            <a:ext cx="7704000" cy="66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86" name="Google Shape;386;p4"/>
          <p:cNvSpPr txBox="1"/>
          <p:nvPr>
            <p:ph idx="1" type="body"/>
          </p:nvPr>
        </p:nvSpPr>
        <p:spPr>
          <a:xfrm>
            <a:off x="720000" y="1152475"/>
            <a:ext cx="77040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/>
          <p:nvPr>
            <p:ph idx="1" type="subTitle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89" name="Google Shape;389;p5"/>
          <p:cNvSpPr txBox="1"/>
          <p:nvPr>
            <p:ph idx="2" type="subTitle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90" name="Google Shape;390;p5"/>
          <p:cNvSpPr txBox="1"/>
          <p:nvPr>
            <p:ph idx="3" type="subTitle"/>
          </p:nvPr>
        </p:nvSpPr>
        <p:spPr>
          <a:xfrm>
            <a:off x="1290750" y="3097824"/>
            <a:ext cx="2907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1" name="Google Shape;391;p5"/>
          <p:cNvSpPr txBox="1"/>
          <p:nvPr>
            <p:ph idx="4" type="subTitle"/>
          </p:nvPr>
        </p:nvSpPr>
        <p:spPr>
          <a:xfrm>
            <a:off x="4945625" y="3097824"/>
            <a:ext cx="29076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2" name="Google Shape;39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93" name="Google Shape;393;p5"/>
          <p:cNvGrpSpPr/>
          <p:nvPr/>
        </p:nvGrpSpPr>
        <p:grpSpPr>
          <a:xfrm>
            <a:off x="-15990" y="3526515"/>
            <a:ext cx="2300520" cy="2575530"/>
            <a:chOff x="3238240" y="323850"/>
            <a:chExt cx="1739919" cy="1947912"/>
          </a:xfrm>
        </p:grpSpPr>
        <p:sp>
          <p:nvSpPr>
            <p:cNvPr id="394" name="Google Shape;394;p5"/>
            <p:cNvSpPr/>
            <p:nvPr/>
          </p:nvSpPr>
          <p:spPr>
            <a:xfrm>
              <a:off x="3238240" y="323850"/>
              <a:ext cx="1654154" cy="1947912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036753" y="94773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724015" y="1260475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F0EB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109778" y="1271588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"/>
          <p:cNvSpPr txBox="1"/>
          <p:nvPr>
            <p:ph type="title"/>
          </p:nvPr>
        </p:nvSpPr>
        <p:spPr>
          <a:xfrm>
            <a:off x="723900" y="552450"/>
            <a:ext cx="7696200" cy="715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401" name="Google Shape;401;p6"/>
          <p:cNvGrpSpPr/>
          <p:nvPr/>
        </p:nvGrpSpPr>
        <p:grpSpPr>
          <a:xfrm>
            <a:off x="-426172" y="-639686"/>
            <a:ext cx="10263181" cy="6395837"/>
            <a:chOff x="-426172" y="-639686"/>
            <a:chExt cx="10263181" cy="6395837"/>
          </a:xfrm>
        </p:grpSpPr>
        <p:sp>
          <p:nvSpPr>
            <p:cNvPr id="402" name="Google Shape;402;p6"/>
            <p:cNvSpPr/>
            <p:nvPr/>
          </p:nvSpPr>
          <p:spPr>
            <a:xfrm>
              <a:off x="8420420" y="4398962"/>
              <a:ext cx="740961" cy="740961"/>
            </a:xfrm>
            <a:custGeom>
              <a:rect b="b" l="l" r="r" t="t"/>
              <a:pathLst>
                <a:path extrusionOk="0" h="16944" w="16944">
                  <a:moveTo>
                    <a:pt x="16944" y="0"/>
                  </a:moveTo>
                  <a:lnTo>
                    <a:pt x="16944" y="16944"/>
                  </a:lnTo>
                  <a:lnTo>
                    <a:pt x="0" y="16944"/>
                  </a:lnTo>
                  <a:lnTo>
                    <a:pt x="0" y="12436"/>
                  </a:lnTo>
                  <a:cubicBezTo>
                    <a:pt x="0" y="5568"/>
                    <a:pt x="5567" y="0"/>
                    <a:pt x="12435" y="0"/>
                  </a:cubicBezTo>
                  <a:lnTo>
                    <a:pt x="16944" y="0"/>
                  </a:lnTo>
                  <a:close/>
                </a:path>
              </a:pathLst>
            </a:custGeom>
            <a:solidFill>
              <a:srgbClr val="4C6A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6"/>
            <p:cNvGrpSpPr/>
            <p:nvPr/>
          </p:nvGrpSpPr>
          <p:grpSpPr>
            <a:xfrm>
              <a:off x="-426172" y="4245888"/>
              <a:ext cx="1507871" cy="1510263"/>
              <a:chOff x="39184" y="-151930"/>
              <a:chExt cx="1309825" cy="1311903"/>
            </a:xfrm>
          </p:grpSpPr>
          <p:sp>
            <p:nvSpPr>
              <p:cNvPr id="404" name="Google Shape;404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6"/>
            <p:cNvGrpSpPr/>
            <p:nvPr/>
          </p:nvGrpSpPr>
          <p:grpSpPr>
            <a:xfrm flipH="1">
              <a:off x="8329138" y="-639686"/>
              <a:ext cx="1507871" cy="1510263"/>
              <a:chOff x="39184" y="-151930"/>
              <a:chExt cx="1309825" cy="1311903"/>
            </a:xfrm>
          </p:grpSpPr>
          <p:sp>
            <p:nvSpPr>
              <p:cNvPr id="522" name="Google Shape;522;p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41" name="Google Shape;641;p7"/>
          <p:cNvSpPr txBox="1"/>
          <p:nvPr>
            <p:ph idx="1" type="body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2" name="Google Shape;642;p7"/>
          <p:cNvSpPr/>
          <p:nvPr>
            <p:ph idx="2" type="pic"/>
          </p:nvPr>
        </p:nvSpPr>
        <p:spPr>
          <a:xfrm>
            <a:off x="4976975" y="1374425"/>
            <a:ext cx="3232800" cy="291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43" name="Google Shape;643;p7"/>
          <p:cNvSpPr/>
          <p:nvPr/>
        </p:nvSpPr>
        <p:spPr>
          <a:xfrm>
            <a:off x="8421714" y="440228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4" name="Google Shape;644;p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645" name="Google Shape;645;p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"/>
          <p:cNvSpPr txBox="1"/>
          <p:nvPr>
            <p:ph idx="1" type="subTitle"/>
          </p:nvPr>
        </p:nvSpPr>
        <p:spPr>
          <a:xfrm>
            <a:off x="720068" y="2912750"/>
            <a:ext cx="38415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6" name="Google Shape;766;p9"/>
          <p:cNvSpPr txBox="1"/>
          <p:nvPr>
            <p:ph type="title"/>
          </p:nvPr>
        </p:nvSpPr>
        <p:spPr>
          <a:xfrm>
            <a:off x="720000" y="880850"/>
            <a:ext cx="3841500" cy="2031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767" name="Google Shape;767;p9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768" name="Google Shape;768;p9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769" name="Google Shape;769;p9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rect b="b" l="l" r="r" t="t"/>
                <a:pathLst>
                  <a:path extrusionOk="0" h="58876" w="50016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rect b="b" l="l" r="r" t="t"/>
                <a:pathLst>
                  <a:path extrusionOk="0" h="12207" w="12207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rect b="b" l="l" r="r" t="t"/>
                <a:pathLst>
                  <a:path extrusionOk="0" h="12206" w="12206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4" name="Google Shape;774;p9"/>
            <p:cNvSpPr/>
            <p:nvPr/>
          </p:nvSpPr>
          <p:spPr>
            <a:xfrm>
              <a:off x="-684423" y="-1789571"/>
              <a:ext cx="2187200" cy="2575531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5" name="Google Shape;775;p9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9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9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9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9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9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9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9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9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9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9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9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9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9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9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9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9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9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9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9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9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9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9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9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9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9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9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9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9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9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9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9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9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9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9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9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9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9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9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9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9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9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9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9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9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9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10"/>
          <p:cNvSpPr txBox="1"/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98" name="Google Shape;898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3"/>
          <p:cNvSpPr txBox="1"/>
          <p:nvPr>
            <p:ph idx="1" type="subTitle"/>
          </p:nvPr>
        </p:nvSpPr>
        <p:spPr>
          <a:xfrm>
            <a:off x="1252225" y="233685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2" name="Google Shape;90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03" name="Google Shape;903;p13"/>
          <p:cNvSpPr txBox="1"/>
          <p:nvPr>
            <p:ph hasCustomPrompt="1" idx="2" type="title"/>
          </p:nvPr>
        </p:nvSpPr>
        <p:spPr>
          <a:xfrm>
            <a:off x="1282000" y="196745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4" name="Google Shape;904;p13"/>
          <p:cNvSpPr txBox="1"/>
          <p:nvPr>
            <p:ph idx="3" type="subTitle"/>
          </p:nvPr>
        </p:nvSpPr>
        <p:spPr>
          <a:xfrm>
            <a:off x="2036325" y="196050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5" name="Google Shape;905;p13"/>
          <p:cNvSpPr txBox="1"/>
          <p:nvPr>
            <p:ph idx="4" type="subTitle"/>
          </p:nvPr>
        </p:nvSpPr>
        <p:spPr>
          <a:xfrm>
            <a:off x="1252225" y="382680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6" name="Google Shape;906;p13"/>
          <p:cNvSpPr txBox="1"/>
          <p:nvPr>
            <p:ph hasCustomPrompt="1" idx="5" type="title"/>
          </p:nvPr>
        </p:nvSpPr>
        <p:spPr>
          <a:xfrm>
            <a:off x="1282000" y="345740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7" name="Google Shape;907;p13"/>
          <p:cNvSpPr txBox="1"/>
          <p:nvPr>
            <p:ph idx="6" type="subTitle"/>
          </p:nvPr>
        </p:nvSpPr>
        <p:spPr>
          <a:xfrm>
            <a:off x="2036325" y="345045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8" name="Google Shape;908;p13"/>
          <p:cNvSpPr txBox="1"/>
          <p:nvPr>
            <p:ph idx="7" type="subTitle"/>
          </p:nvPr>
        </p:nvSpPr>
        <p:spPr>
          <a:xfrm>
            <a:off x="5024125" y="233685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9" name="Google Shape;909;p13"/>
          <p:cNvSpPr txBox="1"/>
          <p:nvPr>
            <p:ph hasCustomPrompt="1" idx="8" type="title"/>
          </p:nvPr>
        </p:nvSpPr>
        <p:spPr>
          <a:xfrm>
            <a:off x="5053900" y="196745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0" name="Google Shape;910;p13"/>
          <p:cNvSpPr txBox="1"/>
          <p:nvPr>
            <p:ph idx="9" type="subTitle"/>
          </p:nvPr>
        </p:nvSpPr>
        <p:spPr>
          <a:xfrm>
            <a:off x="5808225" y="196050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1" name="Google Shape;911;p13"/>
          <p:cNvSpPr txBox="1"/>
          <p:nvPr>
            <p:ph idx="13" type="subTitle"/>
          </p:nvPr>
        </p:nvSpPr>
        <p:spPr>
          <a:xfrm>
            <a:off x="5024125" y="3826800"/>
            <a:ext cx="2867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2" name="Google Shape;912;p13"/>
          <p:cNvSpPr txBox="1"/>
          <p:nvPr>
            <p:ph hasCustomPrompt="1" idx="14" type="title"/>
          </p:nvPr>
        </p:nvSpPr>
        <p:spPr>
          <a:xfrm>
            <a:off x="5053900" y="3457401"/>
            <a:ext cx="731400" cy="392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3" name="Google Shape;913;p13"/>
          <p:cNvSpPr txBox="1"/>
          <p:nvPr>
            <p:ph idx="15" type="subTitle"/>
          </p:nvPr>
        </p:nvSpPr>
        <p:spPr>
          <a:xfrm>
            <a:off x="5808225" y="3450452"/>
            <a:ext cx="2083500" cy="3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4" name="Google Shape;914;p13"/>
          <p:cNvSpPr/>
          <p:nvPr/>
        </p:nvSpPr>
        <p:spPr>
          <a:xfrm rot="10800000">
            <a:off x="-605110" y="4164122"/>
            <a:ext cx="2187200" cy="2575531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3"/>
          <p:cNvGrpSpPr/>
          <p:nvPr/>
        </p:nvGrpSpPr>
        <p:grpSpPr>
          <a:xfrm>
            <a:off x="7891595" y="-388147"/>
            <a:ext cx="1658229" cy="1282495"/>
            <a:chOff x="5136226" y="2246221"/>
            <a:chExt cx="1254144" cy="969970"/>
          </a:xfrm>
        </p:grpSpPr>
        <p:sp>
          <p:nvSpPr>
            <p:cNvPr id="916" name="Google Shape;916;p13"/>
            <p:cNvSpPr/>
            <p:nvPr/>
          </p:nvSpPr>
          <p:spPr>
            <a:xfrm>
              <a:off x="5448964" y="2246221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5136226" y="255895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5521989" y="2570071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rgbClr val="1C34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3"/>
          <p:cNvGrpSpPr/>
          <p:nvPr/>
        </p:nvGrpSpPr>
        <p:grpSpPr>
          <a:xfrm>
            <a:off x="-883944" y="2944655"/>
            <a:ext cx="1507871" cy="1510263"/>
            <a:chOff x="39184" y="-151930"/>
            <a:chExt cx="1309825" cy="1311903"/>
          </a:xfrm>
        </p:grpSpPr>
        <p:sp>
          <p:nvSpPr>
            <p:cNvPr id="921" name="Google Shape;921;p13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">
  <p:cSld name="TITLE_ONLY_2_1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40" name="Google Shape;1040;p14"/>
          <p:cNvSpPr/>
          <p:nvPr/>
        </p:nvSpPr>
        <p:spPr>
          <a:xfrm>
            <a:off x="8403036" y="440253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4"/>
          <p:cNvSpPr/>
          <p:nvPr/>
        </p:nvSpPr>
        <p:spPr>
          <a:xfrm>
            <a:off x="-1093603" y="3011591"/>
            <a:ext cx="2187200" cy="2575531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2" name="Google Shape;1042;p14"/>
          <p:cNvGrpSpPr/>
          <p:nvPr/>
        </p:nvGrpSpPr>
        <p:grpSpPr>
          <a:xfrm>
            <a:off x="8335771" y="-708520"/>
            <a:ext cx="1507871" cy="1510263"/>
            <a:chOff x="39184" y="-151930"/>
            <a:chExt cx="1309825" cy="1311903"/>
          </a:xfrm>
        </p:grpSpPr>
        <p:sp>
          <p:nvSpPr>
            <p:cNvPr id="1043" name="Google Shape;1043;p14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4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4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4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4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4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4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4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4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4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4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4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4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4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4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4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4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4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4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4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4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4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4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4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4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4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4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4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4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4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4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4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4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4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4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4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4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4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4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4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4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4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4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4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4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"/>
          <p:cNvSpPr txBox="1"/>
          <p:nvPr>
            <p:ph idx="1" type="subTitle"/>
          </p:nvPr>
        </p:nvSpPr>
        <p:spPr>
          <a:xfrm>
            <a:off x="817925" y="3098801"/>
            <a:ext cx="2279100" cy="7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2" name="Google Shape;1162;p15"/>
          <p:cNvSpPr txBox="1"/>
          <p:nvPr>
            <p:ph idx="2" type="subTitle"/>
          </p:nvPr>
        </p:nvSpPr>
        <p:spPr>
          <a:xfrm>
            <a:off x="3432450" y="3079926"/>
            <a:ext cx="22791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3" name="Google Shape;1163;p15"/>
          <p:cNvSpPr txBox="1"/>
          <p:nvPr>
            <p:ph idx="3" type="subTitle"/>
          </p:nvPr>
        </p:nvSpPr>
        <p:spPr>
          <a:xfrm>
            <a:off x="6067800" y="3080850"/>
            <a:ext cx="22791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4" name="Google Shape;116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65" name="Google Shape;1165;p15"/>
          <p:cNvSpPr txBox="1"/>
          <p:nvPr>
            <p:ph idx="4" type="subTitle"/>
          </p:nvPr>
        </p:nvSpPr>
        <p:spPr>
          <a:xfrm>
            <a:off x="817925" y="2709450"/>
            <a:ext cx="22791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6" name="Google Shape;1166;p15"/>
          <p:cNvSpPr txBox="1"/>
          <p:nvPr>
            <p:ph idx="5" type="subTitle"/>
          </p:nvPr>
        </p:nvSpPr>
        <p:spPr>
          <a:xfrm>
            <a:off x="6067800" y="2709450"/>
            <a:ext cx="2279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7" name="Google Shape;1167;p15"/>
          <p:cNvSpPr txBox="1"/>
          <p:nvPr>
            <p:ph idx="6" type="subTitle"/>
          </p:nvPr>
        </p:nvSpPr>
        <p:spPr>
          <a:xfrm>
            <a:off x="3432450" y="2709450"/>
            <a:ext cx="2279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68" name="Google Shape;1168;p15"/>
          <p:cNvSpPr/>
          <p:nvPr/>
        </p:nvSpPr>
        <p:spPr>
          <a:xfrm rot="10800000">
            <a:off x="-4699" y="3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9" name="Google Shape;1169;p15"/>
          <p:cNvGrpSpPr/>
          <p:nvPr/>
        </p:nvGrpSpPr>
        <p:grpSpPr>
          <a:xfrm>
            <a:off x="8273608" y="4200586"/>
            <a:ext cx="1507871" cy="1510263"/>
            <a:chOff x="39184" y="-151930"/>
            <a:chExt cx="1309825" cy="1311903"/>
          </a:xfrm>
        </p:grpSpPr>
        <p:sp>
          <p:nvSpPr>
            <p:cNvPr id="1170" name="Google Shape;1170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5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5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5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5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5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5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5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5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5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5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5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5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5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5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5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5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5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5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5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5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5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5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5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5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5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5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7" name="Google Shape;1287;p15"/>
          <p:cNvGrpSpPr/>
          <p:nvPr/>
        </p:nvGrpSpPr>
        <p:grpSpPr>
          <a:xfrm flipH="1">
            <a:off x="8324346" y="-624146"/>
            <a:ext cx="1507871" cy="1510263"/>
            <a:chOff x="39184" y="-151930"/>
            <a:chExt cx="1309825" cy="1311903"/>
          </a:xfrm>
        </p:grpSpPr>
        <p:sp>
          <p:nvSpPr>
            <p:cNvPr id="1288" name="Google Shape;1288;p1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5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5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5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5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5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15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15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1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15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1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1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1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1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15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15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5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5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5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5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5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5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6"/>
          <p:cNvSpPr txBox="1"/>
          <p:nvPr>
            <p:ph idx="1" type="subTitle"/>
          </p:nvPr>
        </p:nvSpPr>
        <p:spPr>
          <a:xfrm>
            <a:off x="720100" y="2402075"/>
            <a:ext cx="6145800" cy="15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7" name="Google Shape;1407;p16"/>
          <p:cNvSpPr txBox="1"/>
          <p:nvPr>
            <p:ph type="title"/>
          </p:nvPr>
        </p:nvSpPr>
        <p:spPr>
          <a:xfrm>
            <a:off x="720000" y="1051775"/>
            <a:ext cx="6145800" cy="1121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408" name="Google Shape;1408;p16"/>
          <p:cNvGrpSpPr/>
          <p:nvPr/>
        </p:nvGrpSpPr>
        <p:grpSpPr>
          <a:xfrm>
            <a:off x="-684423" y="-1789571"/>
            <a:ext cx="10430491" cy="7512343"/>
            <a:chOff x="-684423" y="-1789571"/>
            <a:chExt cx="10430491" cy="7512343"/>
          </a:xfrm>
        </p:grpSpPr>
        <p:grpSp>
          <p:nvGrpSpPr>
            <p:cNvPr id="1409" name="Google Shape;1409;p16"/>
            <p:cNvGrpSpPr/>
            <p:nvPr/>
          </p:nvGrpSpPr>
          <p:grpSpPr>
            <a:xfrm>
              <a:off x="7144492" y="3147242"/>
              <a:ext cx="2300520" cy="2575530"/>
              <a:chOff x="3238240" y="323850"/>
              <a:chExt cx="1739919" cy="1947912"/>
            </a:xfrm>
          </p:grpSpPr>
          <p:sp>
            <p:nvSpPr>
              <p:cNvPr id="1410" name="Google Shape;1410;p16"/>
              <p:cNvSpPr/>
              <p:nvPr/>
            </p:nvSpPr>
            <p:spPr>
              <a:xfrm>
                <a:off x="3238240" y="323850"/>
                <a:ext cx="1654154" cy="1947912"/>
              </a:xfrm>
              <a:custGeom>
                <a:rect b="b" l="l" r="r" t="t"/>
                <a:pathLst>
                  <a:path extrusionOk="0" h="58876" w="50016">
                    <a:moveTo>
                      <a:pt x="50016" y="49881"/>
                    </a:moveTo>
                    <a:lnTo>
                      <a:pt x="135" y="0"/>
                    </a:lnTo>
                    <a:lnTo>
                      <a:pt x="0" y="29959"/>
                    </a:lnTo>
                    <a:lnTo>
                      <a:pt x="26668" y="56627"/>
                    </a:lnTo>
                    <a:cubicBezTo>
                      <a:pt x="28107" y="58067"/>
                      <a:pt x="30060" y="58876"/>
                      <a:pt x="32096" y="58876"/>
                    </a:cubicBezTo>
                    <a:lnTo>
                      <a:pt x="49927" y="58876"/>
                    </a:lnTo>
                    <a:lnTo>
                      <a:pt x="50016" y="49881"/>
                    </a:lnTo>
                    <a:close/>
                  </a:path>
                </a:pathLst>
              </a:custGeom>
              <a:solidFill>
                <a:srgbClr val="A7B3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6"/>
              <p:cNvSpPr/>
              <p:nvPr/>
            </p:nvSpPr>
            <p:spPr>
              <a:xfrm>
                <a:off x="4036753" y="947738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7"/>
                    </a:moveTo>
                    <a:lnTo>
                      <a:pt x="0" y="5307"/>
                    </a:lnTo>
                    <a:cubicBezTo>
                      <a:pt x="5307" y="0"/>
                      <a:pt x="13912" y="0"/>
                      <a:pt x="19219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4" y="19847"/>
                      <a:pt x="14540" y="19847"/>
                      <a:pt x="9232" y="14540"/>
                    </a:cubicBezTo>
                    <a:lnTo>
                      <a:pt x="0" y="5307"/>
                    </a:ln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6"/>
              <p:cNvSpPr/>
              <p:nvPr/>
            </p:nvSpPr>
            <p:spPr>
              <a:xfrm>
                <a:off x="3724015" y="1260475"/>
                <a:ext cx="941406" cy="657233"/>
              </a:xfrm>
              <a:custGeom>
                <a:rect b="b" l="l" r="r" t="t"/>
                <a:pathLst>
                  <a:path extrusionOk="0" h="19847" w="28452">
                    <a:moveTo>
                      <a:pt x="0" y="5308"/>
                    </a:moveTo>
                    <a:lnTo>
                      <a:pt x="0" y="5308"/>
                    </a:lnTo>
                    <a:cubicBezTo>
                      <a:pt x="5308" y="0"/>
                      <a:pt x="13912" y="0"/>
                      <a:pt x="19220" y="5307"/>
                    </a:cubicBezTo>
                    <a:lnTo>
                      <a:pt x="28452" y="14540"/>
                    </a:lnTo>
                    <a:lnTo>
                      <a:pt x="28452" y="14540"/>
                    </a:lnTo>
                    <a:cubicBezTo>
                      <a:pt x="23145" y="19847"/>
                      <a:pt x="14540" y="19847"/>
                      <a:pt x="9233" y="14540"/>
                    </a:cubicBezTo>
                    <a:lnTo>
                      <a:pt x="0" y="5308"/>
                    </a:lnTo>
                    <a:close/>
                  </a:path>
                </a:pathLst>
              </a:custGeom>
              <a:solidFill>
                <a:srgbClr val="F0EBE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6"/>
              <p:cNvSpPr/>
              <p:nvPr/>
            </p:nvSpPr>
            <p:spPr>
              <a:xfrm>
                <a:off x="4109778" y="1271588"/>
                <a:ext cx="403228" cy="403228"/>
              </a:xfrm>
              <a:custGeom>
                <a:rect b="b" l="l" r="r" t="t"/>
                <a:pathLst>
                  <a:path extrusionOk="0" h="12207" w="12207">
                    <a:moveTo>
                      <a:pt x="2664" y="9543"/>
                    </a:moveTo>
                    <a:cubicBezTo>
                      <a:pt x="5293" y="12173"/>
                      <a:pt x="9529" y="12207"/>
                      <a:pt x="12207" y="9655"/>
                    </a:cubicBezTo>
                    <a:lnTo>
                      <a:pt x="2552" y="0"/>
                    </a:lnTo>
                    <a:cubicBezTo>
                      <a:pt x="0" y="2678"/>
                      <a:pt x="34" y="6914"/>
                      <a:pt x="2664" y="9543"/>
                    </a:cubicBezTo>
                    <a:close/>
                  </a:path>
                </a:pathLst>
              </a:custGeom>
              <a:solidFill>
                <a:srgbClr val="1C3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6"/>
              <p:cNvSpPr/>
              <p:nvPr/>
            </p:nvSpPr>
            <p:spPr>
              <a:xfrm>
                <a:off x="4192328" y="1189038"/>
                <a:ext cx="403225" cy="403225"/>
              </a:xfrm>
              <a:custGeom>
                <a:rect b="b" l="l" r="r" t="t"/>
                <a:pathLst>
                  <a:path extrusionOk="0" h="12206" w="12206">
                    <a:moveTo>
                      <a:pt x="9543" y="2663"/>
                    </a:moveTo>
                    <a:cubicBezTo>
                      <a:pt x="6913" y="34"/>
                      <a:pt x="2677" y="0"/>
                      <a:pt x="0" y="2551"/>
                    </a:cubicBezTo>
                    <a:lnTo>
                      <a:pt x="9655" y="12206"/>
                    </a:lnTo>
                    <a:cubicBezTo>
                      <a:pt x="12206" y="9529"/>
                      <a:pt x="12172" y="5293"/>
                      <a:pt x="9543" y="2663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5" name="Google Shape;1415;p16"/>
            <p:cNvSpPr/>
            <p:nvPr/>
          </p:nvSpPr>
          <p:spPr>
            <a:xfrm>
              <a:off x="-684423" y="-1789571"/>
              <a:ext cx="2187200" cy="2575531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rgbClr val="A7B3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6" name="Google Shape;1416;p16"/>
            <p:cNvGrpSpPr/>
            <p:nvPr/>
          </p:nvGrpSpPr>
          <p:grpSpPr>
            <a:xfrm flipH="1">
              <a:off x="8238198" y="-570847"/>
              <a:ext cx="1507871" cy="1510263"/>
              <a:chOff x="39184" y="-151930"/>
              <a:chExt cx="1309825" cy="1311903"/>
            </a:xfrm>
          </p:grpSpPr>
          <p:sp>
            <p:nvSpPr>
              <p:cNvPr id="1417" name="Google Shape;1417;p16"/>
              <p:cNvSpPr/>
              <p:nvPr/>
            </p:nvSpPr>
            <p:spPr>
              <a:xfrm>
                <a:off x="1304909" y="54495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6"/>
              <p:cNvSpPr/>
              <p:nvPr/>
            </p:nvSpPr>
            <p:spPr>
              <a:xfrm>
                <a:off x="1231442" y="614221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6"/>
              <p:cNvSpPr/>
              <p:nvPr/>
            </p:nvSpPr>
            <p:spPr>
              <a:xfrm>
                <a:off x="1160075" y="68558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6"/>
              <p:cNvSpPr/>
              <p:nvPr/>
            </p:nvSpPr>
            <p:spPr>
              <a:xfrm>
                <a:off x="1088707" y="756956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6"/>
              <p:cNvSpPr/>
              <p:nvPr/>
            </p:nvSpPr>
            <p:spPr>
              <a:xfrm>
                <a:off x="1019439" y="828324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6"/>
              <p:cNvSpPr/>
              <p:nvPr/>
            </p:nvSpPr>
            <p:spPr>
              <a:xfrm>
                <a:off x="948072" y="89969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6"/>
              <p:cNvSpPr/>
              <p:nvPr/>
            </p:nvSpPr>
            <p:spPr>
              <a:xfrm>
                <a:off x="876704" y="96896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6"/>
              <p:cNvSpPr/>
              <p:nvPr/>
            </p:nvSpPr>
            <p:spPr>
              <a:xfrm>
                <a:off x="805336" y="104032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6"/>
              <p:cNvSpPr/>
              <p:nvPr/>
            </p:nvSpPr>
            <p:spPr>
              <a:xfrm>
                <a:off x="733969" y="111169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6"/>
              <p:cNvSpPr/>
              <p:nvPr/>
            </p:nvSpPr>
            <p:spPr>
              <a:xfrm>
                <a:off x="1244036" y="4861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6"/>
              <p:cNvSpPr/>
              <p:nvPr/>
            </p:nvSpPr>
            <p:spPr>
              <a:xfrm>
                <a:off x="1174769" y="557547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6"/>
              <p:cNvSpPr/>
              <p:nvPr/>
            </p:nvSpPr>
            <p:spPr>
              <a:xfrm>
                <a:off x="1105499" y="62891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6"/>
              <p:cNvSpPr/>
              <p:nvPr/>
            </p:nvSpPr>
            <p:spPr>
              <a:xfrm>
                <a:off x="1034132" y="70028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6"/>
              <p:cNvSpPr/>
              <p:nvPr/>
            </p:nvSpPr>
            <p:spPr>
              <a:xfrm>
                <a:off x="960666" y="7695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6"/>
              <p:cNvSpPr/>
              <p:nvPr/>
            </p:nvSpPr>
            <p:spPr>
              <a:xfrm>
                <a:off x="889298" y="84091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6"/>
              <p:cNvSpPr/>
              <p:nvPr/>
            </p:nvSpPr>
            <p:spPr>
              <a:xfrm>
                <a:off x="817931" y="91228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6"/>
              <p:cNvSpPr/>
              <p:nvPr/>
            </p:nvSpPr>
            <p:spPr>
              <a:xfrm>
                <a:off x="748662" y="983653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6"/>
              <p:cNvSpPr/>
              <p:nvPr/>
            </p:nvSpPr>
            <p:spPr>
              <a:xfrm>
                <a:off x="677294" y="1052922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6"/>
              <p:cNvSpPr/>
              <p:nvPr/>
            </p:nvSpPr>
            <p:spPr>
              <a:xfrm>
                <a:off x="1187363" y="427407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6"/>
              <p:cNvSpPr/>
              <p:nvPr/>
            </p:nvSpPr>
            <p:spPr>
              <a:xfrm>
                <a:off x="1115995" y="49877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6"/>
              <p:cNvSpPr/>
              <p:nvPr/>
            </p:nvSpPr>
            <p:spPr>
              <a:xfrm>
                <a:off x="1046726" y="572240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6"/>
              <p:cNvSpPr/>
              <p:nvPr/>
            </p:nvSpPr>
            <p:spPr>
              <a:xfrm>
                <a:off x="975359" y="643608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6"/>
              <p:cNvSpPr/>
              <p:nvPr/>
            </p:nvSpPr>
            <p:spPr>
              <a:xfrm>
                <a:off x="901893" y="71077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0" name="Google Shape;1440;p16"/>
              <p:cNvSpPr/>
              <p:nvPr/>
            </p:nvSpPr>
            <p:spPr>
              <a:xfrm>
                <a:off x="832623" y="782145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6"/>
              <p:cNvSpPr/>
              <p:nvPr/>
            </p:nvSpPr>
            <p:spPr>
              <a:xfrm>
                <a:off x="761256" y="85351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6"/>
              <p:cNvSpPr/>
              <p:nvPr/>
            </p:nvSpPr>
            <p:spPr>
              <a:xfrm>
                <a:off x="689888" y="92488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6"/>
              <p:cNvSpPr/>
              <p:nvPr/>
            </p:nvSpPr>
            <p:spPr>
              <a:xfrm>
                <a:off x="618521" y="9962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6"/>
              <p:cNvSpPr/>
              <p:nvPr/>
            </p:nvSpPr>
            <p:spPr>
              <a:xfrm>
                <a:off x="1128589" y="370732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6"/>
              <p:cNvSpPr/>
              <p:nvPr/>
            </p:nvSpPr>
            <p:spPr>
              <a:xfrm>
                <a:off x="1057221" y="44000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6"/>
              <p:cNvSpPr/>
              <p:nvPr/>
            </p:nvSpPr>
            <p:spPr>
              <a:xfrm>
                <a:off x="985854" y="51136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6"/>
              <p:cNvSpPr/>
              <p:nvPr/>
            </p:nvSpPr>
            <p:spPr>
              <a:xfrm>
                <a:off x="916585" y="58273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6"/>
              <p:cNvSpPr/>
              <p:nvPr/>
            </p:nvSpPr>
            <p:spPr>
              <a:xfrm>
                <a:off x="845218" y="654104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6"/>
              <p:cNvSpPr/>
              <p:nvPr/>
            </p:nvSpPr>
            <p:spPr>
              <a:xfrm>
                <a:off x="775949" y="727570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6"/>
              <p:cNvSpPr/>
              <p:nvPr/>
            </p:nvSpPr>
            <p:spPr>
              <a:xfrm>
                <a:off x="702483" y="796839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6"/>
              <p:cNvSpPr/>
              <p:nvPr/>
            </p:nvSpPr>
            <p:spPr>
              <a:xfrm>
                <a:off x="631115" y="86610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6"/>
              <p:cNvSpPr/>
              <p:nvPr/>
            </p:nvSpPr>
            <p:spPr>
              <a:xfrm>
                <a:off x="559747" y="93747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6"/>
              <p:cNvSpPr/>
              <p:nvPr/>
            </p:nvSpPr>
            <p:spPr>
              <a:xfrm>
                <a:off x="1071915" y="311959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6"/>
              <p:cNvSpPr/>
              <p:nvPr/>
            </p:nvSpPr>
            <p:spPr>
              <a:xfrm>
                <a:off x="1000547" y="383327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6"/>
              <p:cNvSpPr/>
              <p:nvPr/>
            </p:nvSpPr>
            <p:spPr>
              <a:xfrm>
                <a:off x="929180" y="454694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6"/>
              <p:cNvSpPr/>
              <p:nvPr/>
            </p:nvSpPr>
            <p:spPr>
              <a:xfrm>
                <a:off x="857812" y="523963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6"/>
              <p:cNvSpPr/>
              <p:nvPr/>
            </p:nvSpPr>
            <p:spPr>
              <a:xfrm>
                <a:off x="786444" y="595330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6"/>
              <p:cNvSpPr/>
              <p:nvPr/>
            </p:nvSpPr>
            <p:spPr>
              <a:xfrm>
                <a:off x="717176" y="66879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6"/>
              <p:cNvSpPr/>
              <p:nvPr/>
            </p:nvSpPr>
            <p:spPr>
              <a:xfrm>
                <a:off x="647907" y="740164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6"/>
              <p:cNvSpPr/>
              <p:nvPr/>
            </p:nvSpPr>
            <p:spPr>
              <a:xfrm>
                <a:off x="574441" y="8094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6"/>
              <p:cNvSpPr/>
              <p:nvPr/>
            </p:nvSpPr>
            <p:spPr>
              <a:xfrm>
                <a:off x="503073" y="880800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6"/>
              <p:cNvSpPr/>
              <p:nvPr/>
            </p:nvSpPr>
            <p:spPr>
              <a:xfrm>
                <a:off x="1013141" y="25318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6"/>
              <p:cNvSpPr/>
              <p:nvPr/>
            </p:nvSpPr>
            <p:spPr>
              <a:xfrm>
                <a:off x="941774" y="324553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6"/>
              <p:cNvSpPr/>
              <p:nvPr/>
            </p:nvSpPr>
            <p:spPr>
              <a:xfrm>
                <a:off x="870406" y="395921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6"/>
              <p:cNvSpPr/>
              <p:nvPr/>
            </p:nvSpPr>
            <p:spPr>
              <a:xfrm>
                <a:off x="799039" y="467288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6"/>
              <p:cNvSpPr/>
              <p:nvPr/>
            </p:nvSpPr>
            <p:spPr>
              <a:xfrm>
                <a:off x="729770" y="538656"/>
                <a:ext cx="461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6"/>
              <p:cNvSpPr/>
              <p:nvPr/>
            </p:nvSpPr>
            <p:spPr>
              <a:xfrm>
                <a:off x="658403" y="60792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6"/>
              <p:cNvSpPr/>
              <p:nvPr/>
            </p:nvSpPr>
            <p:spPr>
              <a:xfrm>
                <a:off x="587035" y="67929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6"/>
              <p:cNvSpPr/>
              <p:nvPr/>
            </p:nvSpPr>
            <p:spPr>
              <a:xfrm>
                <a:off x="515667" y="750660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6"/>
              <p:cNvSpPr/>
              <p:nvPr/>
            </p:nvSpPr>
            <p:spPr>
              <a:xfrm>
                <a:off x="444300" y="822027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6"/>
              <p:cNvSpPr/>
              <p:nvPr/>
            </p:nvSpPr>
            <p:spPr>
              <a:xfrm>
                <a:off x="954368" y="196512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6"/>
              <p:cNvSpPr/>
              <p:nvPr/>
            </p:nvSpPr>
            <p:spPr>
              <a:xfrm>
                <a:off x="885100" y="267879"/>
                <a:ext cx="461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6"/>
              <p:cNvSpPr/>
              <p:nvPr/>
            </p:nvSpPr>
            <p:spPr>
              <a:xfrm>
                <a:off x="813732" y="337148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6"/>
              <p:cNvSpPr/>
              <p:nvPr/>
            </p:nvSpPr>
            <p:spPr>
              <a:xfrm>
                <a:off x="742364" y="408515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6"/>
              <p:cNvSpPr/>
              <p:nvPr/>
            </p:nvSpPr>
            <p:spPr>
              <a:xfrm>
                <a:off x="670997" y="47988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6"/>
              <p:cNvSpPr/>
              <p:nvPr/>
            </p:nvSpPr>
            <p:spPr>
              <a:xfrm>
                <a:off x="599629" y="55125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6"/>
              <p:cNvSpPr/>
              <p:nvPr/>
            </p:nvSpPr>
            <p:spPr>
              <a:xfrm>
                <a:off x="528262" y="622618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16"/>
              <p:cNvSpPr/>
              <p:nvPr/>
            </p:nvSpPr>
            <p:spPr>
              <a:xfrm>
                <a:off x="456894" y="693985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6"/>
              <p:cNvSpPr/>
              <p:nvPr/>
            </p:nvSpPr>
            <p:spPr>
              <a:xfrm>
                <a:off x="389725" y="765353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6"/>
              <p:cNvSpPr/>
              <p:nvPr/>
            </p:nvSpPr>
            <p:spPr>
              <a:xfrm>
                <a:off x="899793" y="139837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6"/>
              <p:cNvSpPr/>
              <p:nvPr/>
            </p:nvSpPr>
            <p:spPr>
              <a:xfrm>
                <a:off x="828425" y="211205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16"/>
              <p:cNvSpPr/>
              <p:nvPr/>
            </p:nvSpPr>
            <p:spPr>
              <a:xfrm>
                <a:off x="754959" y="280473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6"/>
              <p:cNvSpPr/>
              <p:nvPr/>
            </p:nvSpPr>
            <p:spPr>
              <a:xfrm>
                <a:off x="683591" y="351841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6"/>
              <p:cNvSpPr/>
              <p:nvPr/>
            </p:nvSpPr>
            <p:spPr>
              <a:xfrm>
                <a:off x="612224" y="421109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6"/>
              <p:cNvSpPr/>
              <p:nvPr/>
            </p:nvSpPr>
            <p:spPr>
              <a:xfrm>
                <a:off x="542955" y="492477"/>
                <a:ext cx="461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6" name="Google Shape;1486;p16"/>
              <p:cNvSpPr/>
              <p:nvPr/>
            </p:nvSpPr>
            <p:spPr>
              <a:xfrm>
                <a:off x="471587" y="563845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7" name="Google Shape;1487;p16"/>
              <p:cNvSpPr/>
              <p:nvPr/>
            </p:nvSpPr>
            <p:spPr>
              <a:xfrm>
                <a:off x="400220" y="63521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6"/>
              <p:cNvSpPr/>
              <p:nvPr/>
            </p:nvSpPr>
            <p:spPr>
              <a:xfrm>
                <a:off x="328852" y="70658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6"/>
              <p:cNvSpPr/>
              <p:nvPr/>
            </p:nvSpPr>
            <p:spPr>
              <a:xfrm>
                <a:off x="841020" y="81064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6"/>
              <p:cNvSpPr/>
              <p:nvPr/>
            </p:nvSpPr>
            <p:spPr>
              <a:xfrm>
                <a:off x="767553" y="150333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6"/>
              <p:cNvSpPr/>
              <p:nvPr/>
            </p:nvSpPr>
            <p:spPr>
              <a:xfrm>
                <a:off x="696185" y="22170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6"/>
              <p:cNvSpPr/>
              <p:nvPr/>
            </p:nvSpPr>
            <p:spPr>
              <a:xfrm>
                <a:off x="626917" y="293068"/>
                <a:ext cx="461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6"/>
              <p:cNvSpPr/>
              <p:nvPr/>
            </p:nvSpPr>
            <p:spPr>
              <a:xfrm>
                <a:off x="555549" y="36443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6"/>
              <p:cNvSpPr/>
              <p:nvPr/>
            </p:nvSpPr>
            <p:spPr>
              <a:xfrm>
                <a:off x="484182" y="435803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6"/>
              <p:cNvSpPr/>
              <p:nvPr/>
            </p:nvSpPr>
            <p:spPr>
              <a:xfrm>
                <a:off x="412814" y="507170"/>
                <a:ext cx="48279" cy="461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6"/>
              <p:cNvSpPr/>
              <p:nvPr/>
            </p:nvSpPr>
            <p:spPr>
              <a:xfrm>
                <a:off x="341447" y="576439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6"/>
              <p:cNvSpPr/>
              <p:nvPr/>
            </p:nvSpPr>
            <p:spPr>
              <a:xfrm>
                <a:off x="270079" y="64780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6"/>
              <p:cNvSpPr/>
              <p:nvPr/>
            </p:nvSpPr>
            <p:spPr>
              <a:xfrm>
                <a:off x="782246" y="22291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6"/>
              <p:cNvSpPr/>
              <p:nvPr/>
            </p:nvSpPr>
            <p:spPr>
              <a:xfrm>
                <a:off x="710879" y="93658"/>
                <a:ext cx="48278" cy="482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6"/>
              <p:cNvSpPr/>
              <p:nvPr/>
            </p:nvSpPr>
            <p:spPr>
              <a:xfrm>
                <a:off x="641610" y="167125"/>
                <a:ext cx="44100" cy="420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6"/>
              <p:cNvSpPr/>
              <p:nvPr/>
            </p:nvSpPr>
            <p:spPr>
              <a:xfrm>
                <a:off x="570243" y="236393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6"/>
              <p:cNvSpPr/>
              <p:nvPr/>
            </p:nvSpPr>
            <p:spPr>
              <a:xfrm>
                <a:off x="496776" y="305662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6"/>
              <p:cNvSpPr/>
              <p:nvPr/>
            </p:nvSpPr>
            <p:spPr>
              <a:xfrm>
                <a:off x="425408" y="377030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6"/>
              <p:cNvSpPr/>
              <p:nvPr/>
            </p:nvSpPr>
            <p:spPr>
              <a:xfrm>
                <a:off x="356140" y="448397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6"/>
              <p:cNvSpPr/>
              <p:nvPr/>
            </p:nvSpPr>
            <p:spPr>
              <a:xfrm>
                <a:off x="284772" y="519765"/>
                <a:ext cx="461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6"/>
              <p:cNvSpPr/>
              <p:nvPr/>
            </p:nvSpPr>
            <p:spPr>
              <a:xfrm>
                <a:off x="213405" y="591132"/>
                <a:ext cx="48278" cy="46178"/>
              </a:xfrm>
              <a:custGeom>
                <a:rect b="b" l="l" r="r" t="t"/>
                <a:pathLst>
                  <a:path extrusionOk="0" h="1094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6"/>
              <p:cNvSpPr/>
              <p:nvPr/>
            </p:nvSpPr>
            <p:spPr>
              <a:xfrm>
                <a:off x="723473" y="-36482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6"/>
              <p:cNvSpPr/>
              <p:nvPr/>
            </p:nvSpPr>
            <p:spPr>
              <a:xfrm>
                <a:off x="652105" y="34885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6"/>
              <p:cNvSpPr/>
              <p:nvPr/>
            </p:nvSpPr>
            <p:spPr>
              <a:xfrm>
                <a:off x="582837" y="108352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6"/>
              <p:cNvSpPr/>
              <p:nvPr/>
            </p:nvSpPr>
            <p:spPr>
              <a:xfrm>
                <a:off x="511469" y="179719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6"/>
              <p:cNvSpPr/>
              <p:nvPr/>
            </p:nvSpPr>
            <p:spPr>
              <a:xfrm>
                <a:off x="440102" y="248988"/>
                <a:ext cx="46179" cy="461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6"/>
              <p:cNvSpPr/>
              <p:nvPr/>
            </p:nvSpPr>
            <p:spPr>
              <a:xfrm>
                <a:off x="368734" y="318256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"/>
              <p:cNvSpPr/>
              <p:nvPr/>
            </p:nvSpPr>
            <p:spPr>
              <a:xfrm>
                <a:off x="297367" y="389624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"/>
              <p:cNvSpPr/>
              <p:nvPr/>
            </p:nvSpPr>
            <p:spPr>
              <a:xfrm>
                <a:off x="225999" y="46099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6"/>
              <p:cNvSpPr/>
              <p:nvPr/>
            </p:nvSpPr>
            <p:spPr>
              <a:xfrm>
                <a:off x="154631" y="532359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6"/>
              <p:cNvSpPr/>
              <p:nvPr/>
            </p:nvSpPr>
            <p:spPr>
              <a:xfrm>
                <a:off x="664700" y="-93157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6"/>
              <p:cNvSpPr/>
              <p:nvPr/>
            </p:nvSpPr>
            <p:spPr>
              <a:xfrm>
                <a:off x="593332" y="-23888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6"/>
              <p:cNvSpPr/>
              <p:nvPr/>
            </p:nvSpPr>
            <p:spPr>
              <a:xfrm>
                <a:off x="524064" y="47479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6"/>
              <p:cNvSpPr/>
              <p:nvPr/>
            </p:nvSpPr>
            <p:spPr>
              <a:xfrm>
                <a:off x="452696" y="118847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"/>
              <p:cNvSpPr/>
              <p:nvPr/>
            </p:nvSpPr>
            <p:spPr>
              <a:xfrm>
                <a:off x="381328" y="19021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"/>
              <p:cNvSpPr/>
              <p:nvPr/>
            </p:nvSpPr>
            <p:spPr>
              <a:xfrm>
                <a:off x="312060" y="263681"/>
                <a:ext cx="441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6"/>
              <p:cNvSpPr/>
              <p:nvPr/>
            </p:nvSpPr>
            <p:spPr>
              <a:xfrm>
                <a:off x="238593" y="332950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6"/>
              <p:cNvSpPr/>
              <p:nvPr/>
            </p:nvSpPr>
            <p:spPr>
              <a:xfrm>
                <a:off x="167226" y="404317"/>
                <a:ext cx="48279" cy="461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6"/>
              <p:cNvSpPr/>
              <p:nvPr/>
            </p:nvSpPr>
            <p:spPr>
              <a:xfrm>
                <a:off x="97957" y="473586"/>
                <a:ext cx="461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6"/>
              <p:cNvSpPr/>
              <p:nvPr/>
            </p:nvSpPr>
            <p:spPr>
              <a:xfrm>
                <a:off x="608025" y="-151930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6"/>
              <p:cNvSpPr/>
              <p:nvPr/>
            </p:nvSpPr>
            <p:spPr>
              <a:xfrm>
                <a:off x="536658" y="-80562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6"/>
              <p:cNvSpPr/>
              <p:nvPr/>
            </p:nvSpPr>
            <p:spPr>
              <a:xfrm>
                <a:off x="465290" y="-9195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"/>
              <p:cNvSpPr/>
              <p:nvPr/>
            </p:nvSpPr>
            <p:spPr>
              <a:xfrm>
                <a:off x="393923" y="62173"/>
                <a:ext cx="48278" cy="461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6"/>
              <p:cNvSpPr/>
              <p:nvPr/>
            </p:nvSpPr>
            <p:spPr>
              <a:xfrm>
                <a:off x="322555" y="131441"/>
                <a:ext cx="48278" cy="48279"/>
              </a:xfrm>
              <a:custGeom>
                <a:rect b="b" l="l" r="r" t="t"/>
                <a:pathLst>
                  <a:path extrusionOk="0" h="1095" w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6"/>
              <p:cNvSpPr/>
              <p:nvPr/>
            </p:nvSpPr>
            <p:spPr>
              <a:xfrm>
                <a:off x="255386" y="204908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6"/>
              <p:cNvSpPr/>
              <p:nvPr/>
            </p:nvSpPr>
            <p:spPr>
              <a:xfrm>
                <a:off x="184018" y="276275"/>
                <a:ext cx="42000" cy="44100"/>
              </a:xfrm>
              <a:prstGeom prst="ellipse">
                <a:avLst/>
              </a:pr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6"/>
              <p:cNvSpPr/>
              <p:nvPr/>
            </p:nvSpPr>
            <p:spPr>
              <a:xfrm>
                <a:off x="110552" y="345544"/>
                <a:ext cx="48279" cy="48278"/>
              </a:xfrm>
              <a:custGeom>
                <a:rect b="b" l="l" r="r" t="t"/>
                <a:pathLst>
                  <a:path extrusionOk="0" h="1094" w="1095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6"/>
              <p:cNvSpPr/>
              <p:nvPr/>
            </p:nvSpPr>
            <p:spPr>
              <a:xfrm>
                <a:off x="39184" y="416911"/>
                <a:ext cx="48279" cy="48279"/>
              </a:xfrm>
              <a:custGeom>
                <a:rect b="b" l="l" r="r" t="t"/>
                <a:pathLst>
                  <a:path extrusionOk="0" h="1095" w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solidFill>
                <a:srgbClr val="E0B4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36" name="Google Shape;1536;p17"/>
          <p:cNvSpPr txBox="1"/>
          <p:nvPr>
            <p:ph idx="1" type="body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37" name="Google Shape;1537;p17"/>
          <p:cNvSpPr/>
          <p:nvPr>
            <p:ph idx="2" type="pic"/>
          </p:nvPr>
        </p:nvSpPr>
        <p:spPr>
          <a:xfrm>
            <a:off x="4976975" y="1374425"/>
            <a:ext cx="3232800" cy="291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38" name="Google Shape;1538;p17"/>
          <p:cNvSpPr/>
          <p:nvPr/>
        </p:nvSpPr>
        <p:spPr>
          <a:xfrm>
            <a:off x="8421714" y="440228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rgbClr val="4C6A7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9" name="Google Shape;1539;p17"/>
          <p:cNvGrpSpPr/>
          <p:nvPr/>
        </p:nvGrpSpPr>
        <p:grpSpPr>
          <a:xfrm flipH="1">
            <a:off x="-132630" y="3762788"/>
            <a:ext cx="1507871" cy="1510263"/>
            <a:chOff x="39184" y="-151930"/>
            <a:chExt cx="1309825" cy="1311903"/>
          </a:xfrm>
        </p:grpSpPr>
        <p:sp>
          <p:nvSpPr>
            <p:cNvPr id="1540" name="Google Shape;1540;p17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7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7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7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7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7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7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7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7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7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7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7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7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7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7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7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17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17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17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17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17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17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7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7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17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7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7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7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17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17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7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17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17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17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17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7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7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7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7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7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7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7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7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7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7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7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7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7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7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7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7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7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7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7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7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17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7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17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17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17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7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7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17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17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7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7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7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7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7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17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17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17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17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7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17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7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7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17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7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7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17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7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7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7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7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7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17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17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7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17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17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17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17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17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17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17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17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7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7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7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7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7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7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7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7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17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17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7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7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7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7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7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7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17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17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7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rgbClr val="E0B4A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8"/>
          <p:cNvSpPr txBox="1"/>
          <p:nvPr>
            <p:ph type="title"/>
          </p:nvPr>
        </p:nvSpPr>
        <p:spPr>
          <a:xfrm>
            <a:off x="1977920" y="552450"/>
            <a:ext cx="51882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59" name="Google Shape;1659;p18"/>
          <p:cNvSpPr txBox="1"/>
          <p:nvPr>
            <p:ph idx="1" type="subTitle"/>
          </p:nvPr>
        </p:nvSpPr>
        <p:spPr>
          <a:xfrm>
            <a:off x="1977876" y="1479800"/>
            <a:ext cx="51882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3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0" name="Google Shape;1660;p18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1" name="Google Shape;1661;p18"/>
          <p:cNvSpPr/>
          <p:nvPr/>
        </p:nvSpPr>
        <p:spPr>
          <a:xfrm rot="5400000">
            <a:off x="8403039" y="440253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2" name="Google Shape;1662;p18"/>
          <p:cNvGrpSpPr/>
          <p:nvPr/>
        </p:nvGrpSpPr>
        <p:grpSpPr>
          <a:xfrm>
            <a:off x="7650879" y="395671"/>
            <a:ext cx="1658229" cy="1282495"/>
            <a:chOff x="5136226" y="2246221"/>
            <a:chExt cx="1254144" cy="969970"/>
          </a:xfrm>
        </p:grpSpPr>
        <p:sp>
          <p:nvSpPr>
            <p:cNvPr id="1663" name="Google Shape;1663;p18"/>
            <p:cNvSpPr/>
            <p:nvPr/>
          </p:nvSpPr>
          <p:spPr>
            <a:xfrm>
              <a:off x="5448964" y="2246221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8"/>
            <p:cNvSpPr/>
            <p:nvPr/>
          </p:nvSpPr>
          <p:spPr>
            <a:xfrm>
              <a:off x="5136226" y="255895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8"/>
            <p:cNvSpPr/>
            <p:nvPr/>
          </p:nvSpPr>
          <p:spPr>
            <a:xfrm>
              <a:off x="5521989" y="2570071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8"/>
            <p:cNvSpPr/>
            <p:nvPr/>
          </p:nvSpPr>
          <p:spPr>
            <a:xfrm>
              <a:off x="5604539" y="2487521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7" name="Google Shape;1667;p18"/>
          <p:cNvSpPr/>
          <p:nvPr/>
        </p:nvSpPr>
        <p:spPr>
          <a:xfrm>
            <a:off x="8403036" y="3661572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18"/>
          <p:cNvGrpSpPr/>
          <p:nvPr/>
        </p:nvGrpSpPr>
        <p:grpSpPr>
          <a:xfrm>
            <a:off x="-333349" y="2817496"/>
            <a:ext cx="2187094" cy="2789634"/>
            <a:chOff x="3700202" y="2700338"/>
            <a:chExt cx="1654132" cy="2109842"/>
          </a:xfrm>
        </p:grpSpPr>
        <p:sp>
          <p:nvSpPr>
            <p:cNvPr id="1669" name="Google Shape;1669;p18"/>
            <p:cNvSpPr/>
            <p:nvPr/>
          </p:nvSpPr>
          <p:spPr>
            <a:xfrm>
              <a:off x="3700202" y="2700338"/>
              <a:ext cx="1654132" cy="2109842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8"/>
            <p:cNvSpPr/>
            <p:nvPr/>
          </p:nvSpPr>
          <p:spPr>
            <a:xfrm>
              <a:off x="3703377" y="3690938"/>
              <a:ext cx="1117623" cy="1117589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8"/>
            <p:cNvSpPr/>
            <p:nvPr/>
          </p:nvSpPr>
          <p:spPr>
            <a:xfrm>
              <a:off x="4057390" y="3656013"/>
              <a:ext cx="935041" cy="652454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8"/>
            <p:cNvSpPr/>
            <p:nvPr/>
          </p:nvSpPr>
          <p:spPr>
            <a:xfrm>
              <a:off x="3746240" y="3967163"/>
              <a:ext cx="935041" cy="652471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8"/>
            <p:cNvSpPr/>
            <p:nvPr/>
          </p:nvSpPr>
          <p:spPr>
            <a:xfrm>
              <a:off x="4128827" y="3976688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8"/>
            <p:cNvSpPr/>
            <p:nvPr/>
          </p:nvSpPr>
          <p:spPr>
            <a:xfrm>
              <a:off x="4211377" y="3895725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5" name="Google Shape;1675;p18"/>
          <p:cNvSpPr/>
          <p:nvPr/>
        </p:nvSpPr>
        <p:spPr>
          <a:xfrm>
            <a:off x="7659258" y="4402536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18"/>
          <p:cNvGrpSpPr/>
          <p:nvPr/>
        </p:nvGrpSpPr>
        <p:grpSpPr>
          <a:xfrm>
            <a:off x="-520414" y="601975"/>
            <a:ext cx="1507871" cy="1510263"/>
            <a:chOff x="39184" y="-151930"/>
            <a:chExt cx="1309825" cy="1311903"/>
          </a:xfrm>
        </p:grpSpPr>
        <p:sp>
          <p:nvSpPr>
            <p:cNvPr id="1677" name="Google Shape;1677;p18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8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8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8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8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8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8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8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8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8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8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8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8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8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8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8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8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8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8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8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8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8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8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8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8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8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8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8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8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8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8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8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8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8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8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8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8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8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8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8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8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8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8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8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8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8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8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8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8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8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8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8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8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8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8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8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8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8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8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8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8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8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8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8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8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8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8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8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8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8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8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8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8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8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8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8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8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8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8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8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8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8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8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8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8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8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8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8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8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8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8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8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8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8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8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8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8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8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8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8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8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1"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0"/>
          <p:cNvSpPr txBox="1"/>
          <p:nvPr>
            <p:ph type="title"/>
          </p:nvPr>
        </p:nvSpPr>
        <p:spPr>
          <a:xfrm>
            <a:off x="723900" y="552449"/>
            <a:ext cx="7696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3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7" name="Google Shape;1797;p20"/>
          <p:cNvSpPr/>
          <p:nvPr/>
        </p:nvSpPr>
        <p:spPr>
          <a:xfrm>
            <a:off x="8420420" y="4398962"/>
            <a:ext cx="740961" cy="740961"/>
          </a:xfrm>
          <a:custGeom>
            <a:rect b="b" l="l" r="r" t="t"/>
            <a:pathLst>
              <a:path extrusionOk="0" h="16944" w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8" name="Google Shape;1798;p20"/>
          <p:cNvGrpSpPr/>
          <p:nvPr/>
        </p:nvGrpSpPr>
        <p:grpSpPr>
          <a:xfrm>
            <a:off x="-481750" y="4102340"/>
            <a:ext cx="1507871" cy="1510263"/>
            <a:chOff x="39184" y="-151930"/>
            <a:chExt cx="1309825" cy="1311903"/>
          </a:xfrm>
        </p:grpSpPr>
        <p:sp>
          <p:nvSpPr>
            <p:cNvPr id="1799" name="Google Shape;1799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20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20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0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0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2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20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20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20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2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0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2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2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20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0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20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0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20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20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20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20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2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20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20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20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20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2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20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20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20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2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20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2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20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20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20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20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20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2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2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20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2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20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20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2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2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2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20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20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20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20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20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20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2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20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20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2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20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2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20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20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20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20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0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0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20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0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20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0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20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2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20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20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20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2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20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20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20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20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20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20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20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20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2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20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20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20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20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2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20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20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20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20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20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2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20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20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20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6" name="Google Shape;1916;p20"/>
          <p:cNvGrpSpPr/>
          <p:nvPr/>
        </p:nvGrpSpPr>
        <p:grpSpPr>
          <a:xfrm flipH="1">
            <a:off x="8632879" y="-120500"/>
            <a:ext cx="1507871" cy="1510263"/>
            <a:chOff x="39184" y="-151930"/>
            <a:chExt cx="1309825" cy="1311903"/>
          </a:xfrm>
        </p:grpSpPr>
        <p:sp>
          <p:nvSpPr>
            <p:cNvPr id="1917" name="Google Shape;1917;p2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20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20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20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20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2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0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0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20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2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20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2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2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2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2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2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20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20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20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20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2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2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20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20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20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20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2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20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20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20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20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2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2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20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20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20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2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20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2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20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20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2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2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20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20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20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2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2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20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2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20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20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2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2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2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20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20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20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20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20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20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2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2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2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2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20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20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2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20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2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20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20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2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20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20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20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20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20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20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20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20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20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2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2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2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20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20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20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2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20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20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20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2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2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20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20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20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20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20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2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20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20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20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20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2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2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20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20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20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20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20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2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20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2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2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20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20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1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6" name="Google Shape;2036;p21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_1_1"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22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9" name="Google Shape;2039;p22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40" name="Google Shape;2040;p22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"/>
              <a:buNone/>
              <a:defRPr b="1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23"/>
          <p:cNvSpPr txBox="1"/>
          <p:nvPr>
            <p:ph type="ctrTitle"/>
          </p:nvPr>
        </p:nvSpPr>
        <p:spPr>
          <a:xfrm>
            <a:off x="1169250" y="856978"/>
            <a:ext cx="6805500" cy="1832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" sz="7000"/>
              <a:t>Capstone Project</a:t>
            </a:r>
            <a:endParaRPr sz="7000"/>
          </a:p>
        </p:txBody>
      </p:sp>
      <p:sp>
        <p:nvSpPr>
          <p:cNvPr id="2046" name="Google Shape;2046;p23"/>
          <p:cNvSpPr txBox="1"/>
          <p:nvPr>
            <p:ph idx="1" type="subTitle"/>
          </p:nvPr>
        </p:nvSpPr>
        <p:spPr>
          <a:xfrm>
            <a:off x="1677750" y="2985581"/>
            <a:ext cx="5788500" cy="66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ctr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lang="en"/>
              <a:t>Is there a relationship between salary level and job satisfaction, or do other factors matter more?</a:t>
            </a:r>
            <a:endParaRPr/>
          </a:p>
        </p:txBody>
      </p:sp>
      <p:grpSp>
        <p:nvGrpSpPr>
          <p:cNvPr id="2047" name="Google Shape;2047;p23"/>
          <p:cNvGrpSpPr/>
          <p:nvPr/>
        </p:nvGrpSpPr>
        <p:grpSpPr>
          <a:xfrm>
            <a:off x="7299621" y="-188885"/>
            <a:ext cx="2300520" cy="2575530"/>
            <a:chOff x="3238240" y="323850"/>
            <a:chExt cx="1739919" cy="1947912"/>
          </a:xfrm>
        </p:grpSpPr>
        <p:sp>
          <p:nvSpPr>
            <p:cNvPr id="2048" name="Google Shape;2048;p23"/>
            <p:cNvSpPr/>
            <p:nvPr/>
          </p:nvSpPr>
          <p:spPr>
            <a:xfrm>
              <a:off x="3238240" y="323850"/>
              <a:ext cx="1654154" cy="1947912"/>
            </a:xfrm>
            <a:custGeom>
              <a:rect b="b" l="l" r="r" t="t"/>
              <a:pathLst>
                <a:path extrusionOk="0" h="58876" w="5001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36753" y="947738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3724015" y="1260475"/>
              <a:ext cx="941406" cy="657233"/>
            </a:xfrm>
            <a:custGeom>
              <a:rect b="b" l="l" r="r" t="t"/>
              <a:pathLst>
                <a:path extrusionOk="0" h="19847" w="28452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109778" y="1271588"/>
              <a:ext cx="403228" cy="403228"/>
            </a:xfrm>
            <a:custGeom>
              <a:rect b="b" l="l" r="r" t="t"/>
              <a:pathLst>
                <a:path extrusionOk="0" h="12207" w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192328" y="1189038"/>
              <a:ext cx="403225" cy="403225"/>
            </a:xfrm>
            <a:custGeom>
              <a:rect b="b" l="l" r="r" t="t"/>
              <a:pathLst>
                <a:path extrusionOk="0" h="12206" w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3" name="Google Shape;2053;p23"/>
          <p:cNvGrpSpPr/>
          <p:nvPr/>
        </p:nvGrpSpPr>
        <p:grpSpPr>
          <a:xfrm>
            <a:off x="-8578" y="2367133"/>
            <a:ext cx="2187094" cy="2789634"/>
            <a:chOff x="3700202" y="2700338"/>
            <a:chExt cx="1654132" cy="2109842"/>
          </a:xfrm>
        </p:grpSpPr>
        <p:sp>
          <p:nvSpPr>
            <p:cNvPr id="2054" name="Google Shape;2054;p23"/>
            <p:cNvSpPr/>
            <p:nvPr/>
          </p:nvSpPr>
          <p:spPr>
            <a:xfrm>
              <a:off x="3700202" y="2700338"/>
              <a:ext cx="1654132" cy="2109842"/>
            </a:xfrm>
            <a:custGeom>
              <a:rect b="b" l="l" r="r" t="t"/>
              <a:pathLst>
                <a:path extrusionOk="0" h="63780" w="50004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3703377" y="3690938"/>
              <a:ext cx="1117623" cy="1117589"/>
            </a:xfrm>
            <a:custGeom>
              <a:rect b="b" l="l" r="r" t="t"/>
              <a:pathLst>
                <a:path extrusionOk="0" h="33787" w="33788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4057390" y="3656013"/>
              <a:ext cx="935041" cy="652454"/>
            </a:xfrm>
            <a:custGeom>
              <a:rect b="b" l="l" r="r" t="t"/>
              <a:pathLst>
                <a:path extrusionOk="0" h="19728" w="28281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3746240" y="3967163"/>
              <a:ext cx="935041" cy="652471"/>
            </a:xfrm>
            <a:custGeom>
              <a:rect b="b" l="l" r="r" t="t"/>
              <a:pathLst>
                <a:path extrusionOk="0" h="19727" w="28281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4128827" y="3976688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4211377" y="3895725"/>
              <a:ext cx="401633" cy="401633"/>
            </a:xfrm>
            <a:custGeom>
              <a:rect b="b" l="l" r="r" t="t"/>
              <a:pathLst>
                <a:path extrusionOk="0" h="12133" w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0" name="Google Shape;2060;p23"/>
          <p:cNvSpPr/>
          <p:nvPr/>
        </p:nvSpPr>
        <p:spPr>
          <a:xfrm>
            <a:off x="7505439" y="-2014745"/>
            <a:ext cx="2187200" cy="2575531"/>
          </a:xfrm>
          <a:custGeom>
            <a:rect b="b" l="l" r="r" t="t"/>
            <a:pathLst>
              <a:path extrusionOk="0" h="58876" w="5001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23"/>
          <p:cNvSpPr txBox="1"/>
          <p:nvPr>
            <p:ph idx="4294967295" type="subTitle"/>
          </p:nvPr>
        </p:nvSpPr>
        <p:spPr>
          <a:xfrm>
            <a:off x="3118200" y="4026300"/>
            <a:ext cx="2907600" cy="66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Caroline Cherekos &amp; Anna Rafferty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SDT 100 - Intro to Data Analytics</a:t>
            </a:r>
            <a:endParaRPr sz="1000"/>
          </a:p>
        </p:txBody>
      </p:sp>
      <p:sp>
        <p:nvSpPr>
          <p:cNvPr id="2062" name="Google Shape;2062;p23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2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24"/>
          <p:cNvSpPr/>
          <p:nvPr/>
        </p:nvSpPr>
        <p:spPr>
          <a:xfrm>
            <a:off x="5098888" y="2590307"/>
            <a:ext cx="641400" cy="470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24"/>
          <p:cNvSpPr/>
          <p:nvPr/>
        </p:nvSpPr>
        <p:spPr>
          <a:xfrm>
            <a:off x="1084932" y="2595232"/>
            <a:ext cx="641400" cy="470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24"/>
          <p:cNvSpPr/>
          <p:nvPr/>
        </p:nvSpPr>
        <p:spPr>
          <a:xfrm>
            <a:off x="5098888" y="1481103"/>
            <a:ext cx="641400" cy="470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24"/>
          <p:cNvSpPr/>
          <p:nvPr/>
        </p:nvSpPr>
        <p:spPr>
          <a:xfrm>
            <a:off x="1084932" y="1441940"/>
            <a:ext cx="641400" cy="470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24"/>
          <p:cNvSpPr txBox="1"/>
          <p:nvPr>
            <p:ph idx="3" type="subTitle"/>
          </p:nvPr>
        </p:nvSpPr>
        <p:spPr>
          <a:xfrm>
            <a:off x="1868125" y="1520250"/>
            <a:ext cx="2363400" cy="3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Business Context</a:t>
            </a:r>
            <a:endParaRPr sz="1700"/>
          </a:p>
        </p:txBody>
      </p:sp>
      <p:sp>
        <p:nvSpPr>
          <p:cNvPr id="2072" name="Google Shape;2072;p24"/>
          <p:cNvSpPr txBox="1"/>
          <p:nvPr>
            <p:ph idx="6" type="subTitle"/>
          </p:nvPr>
        </p:nvSpPr>
        <p:spPr>
          <a:xfrm>
            <a:off x="1868125" y="2673525"/>
            <a:ext cx="2487600" cy="3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Statistical Results</a:t>
            </a:r>
            <a:endParaRPr sz="1700"/>
          </a:p>
        </p:txBody>
      </p:sp>
      <p:sp>
        <p:nvSpPr>
          <p:cNvPr id="2073" name="Google Shape;2073;p24"/>
          <p:cNvSpPr txBox="1"/>
          <p:nvPr>
            <p:ph idx="9" type="subTitle"/>
          </p:nvPr>
        </p:nvSpPr>
        <p:spPr>
          <a:xfrm>
            <a:off x="5808225" y="1520250"/>
            <a:ext cx="2615700" cy="3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Data Overview + Visualization</a:t>
            </a:r>
            <a:endParaRPr sz="1700"/>
          </a:p>
        </p:txBody>
      </p:sp>
      <p:sp>
        <p:nvSpPr>
          <p:cNvPr id="2074" name="Google Shape;2074;p24"/>
          <p:cNvSpPr txBox="1"/>
          <p:nvPr>
            <p:ph idx="15" type="subTitle"/>
          </p:nvPr>
        </p:nvSpPr>
        <p:spPr>
          <a:xfrm>
            <a:off x="5808225" y="2673525"/>
            <a:ext cx="2929500" cy="3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Business Implications</a:t>
            </a:r>
            <a:endParaRPr sz="1700"/>
          </a:p>
        </p:txBody>
      </p:sp>
      <p:sp>
        <p:nvSpPr>
          <p:cNvPr id="2075" name="Google Shape;207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076" name="Google Shape;2076;p24"/>
          <p:cNvSpPr txBox="1"/>
          <p:nvPr>
            <p:ph idx="2" type="title"/>
          </p:nvPr>
        </p:nvSpPr>
        <p:spPr>
          <a:xfrm>
            <a:off x="1039925" y="1610263"/>
            <a:ext cx="7314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77" name="Google Shape;2077;p24"/>
          <p:cNvSpPr txBox="1"/>
          <p:nvPr>
            <p:ph idx="5" type="title"/>
          </p:nvPr>
        </p:nvSpPr>
        <p:spPr>
          <a:xfrm>
            <a:off x="1039925" y="2774626"/>
            <a:ext cx="7314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78" name="Google Shape;2078;p24"/>
          <p:cNvSpPr txBox="1"/>
          <p:nvPr>
            <p:ph idx="8" type="title"/>
          </p:nvPr>
        </p:nvSpPr>
        <p:spPr>
          <a:xfrm>
            <a:off x="5053900" y="1655726"/>
            <a:ext cx="7314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79" name="Google Shape;2079;p24"/>
          <p:cNvSpPr txBox="1"/>
          <p:nvPr>
            <p:ph idx="14" type="title"/>
          </p:nvPr>
        </p:nvSpPr>
        <p:spPr>
          <a:xfrm>
            <a:off x="5053900" y="2774626"/>
            <a:ext cx="7314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080" name="Google Shape;2080;p24"/>
          <p:cNvSpPr/>
          <p:nvPr/>
        </p:nvSpPr>
        <p:spPr>
          <a:xfrm>
            <a:off x="3069857" y="3621203"/>
            <a:ext cx="641400" cy="470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24"/>
          <p:cNvSpPr txBox="1"/>
          <p:nvPr>
            <p:ph idx="2" type="title"/>
          </p:nvPr>
        </p:nvSpPr>
        <p:spPr>
          <a:xfrm>
            <a:off x="3024850" y="3782551"/>
            <a:ext cx="731400" cy="39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082" name="Google Shape;2082;p24"/>
          <p:cNvSpPr txBox="1"/>
          <p:nvPr>
            <p:ph idx="3" type="subTitle"/>
          </p:nvPr>
        </p:nvSpPr>
        <p:spPr>
          <a:xfrm>
            <a:off x="3756250" y="3699500"/>
            <a:ext cx="2363400" cy="39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" sz="1700"/>
              <a:t>Recommendations</a:t>
            </a:r>
            <a:endParaRPr sz="1700"/>
          </a:p>
        </p:txBody>
      </p:sp>
      <p:sp>
        <p:nvSpPr>
          <p:cNvPr id="2083" name="Google Shape;2083;p24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12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25"/>
          <p:cNvSpPr txBox="1"/>
          <p:nvPr>
            <p:ph idx="1" type="body"/>
          </p:nvPr>
        </p:nvSpPr>
        <p:spPr>
          <a:xfrm>
            <a:off x="574125" y="1374625"/>
            <a:ext cx="3987300" cy="311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The Problem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Higher annual salary ≠ higher satisfaction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Existing research: yearly salary has little effect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Why Job Satisfaction Levels Matter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Employees: quality of work, lower risk of burnout, etc.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Employers: lower turnover rate, higher performance, etc.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Our Analysis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Correlation between annual salary and job satisfaction levels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Software developers in U.S.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Sole factor or multi-faceted?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089" name="Google Shape;2089;p25"/>
          <p:cNvSpPr txBox="1"/>
          <p:nvPr>
            <p:ph type="title"/>
          </p:nvPr>
        </p:nvSpPr>
        <p:spPr>
          <a:xfrm>
            <a:off x="1507925" y="384975"/>
            <a:ext cx="43968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Business Context</a:t>
            </a:r>
            <a:endParaRPr/>
          </a:p>
        </p:txBody>
      </p:sp>
      <p:pic>
        <p:nvPicPr>
          <p:cNvPr descr="Un grupo de personas frente a una mesa con una computadora&#10;&#10;Descripción generada automáticamente con confianza media" id="2090" name="Google Shape;2090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840" r="10832" t="0"/>
          <a:stretch/>
        </p:blipFill>
        <p:spPr>
          <a:xfrm>
            <a:off x="4976975" y="1374425"/>
            <a:ext cx="3232800" cy="2913000"/>
          </a:xfrm>
          <a:prstGeom prst="roundRect">
            <a:avLst>
              <a:gd fmla="val 16667" name="adj"/>
            </a:avLst>
          </a:prstGeom>
          <a:noFill/>
        </p:spPr>
      </p:pic>
      <p:grpSp>
        <p:nvGrpSpPr>
          <p:cNvPr id="2091" name="Google Shape;2091;p25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2092" name="Google Shape;2092;p25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25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25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25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6" name="Google Shape;2096;p25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7" name="Google Shape;2097;p25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8" name="Google Shape;2098;p25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9" name="Google Shape;2099;p25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25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25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25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25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25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25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25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25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25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25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0" name="Google Shape;2110;p25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25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25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25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25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25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25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25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25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9" name="Google Shape;2209;p25"/>
          <p:cNvSpPr/>
          <p:nvPr/>
        </p:nvSpPr>
        <p:spPr>
          <a:xfrm>
            <a:off x="683575" y="311475"/>
            <a:ext cx="708300" cy="64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10" name="Google Shape;2210;p25"/>
          <p:cNvSpPr txBox="1"/>
          <p:nvPr>
            <p:ph idx="4294967295" type="title"/>
          </p:nvPr>
        </p:nvSpPr>
        <p:spPr>
          <a:xfrm>
            <a:off x="707125" y="348225"/>
            <a:ext cx="66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11" name="Google Shape;2211;p25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26"/>
          <p:cNvSpPr txBox="1"/>
          <p:nvPr>
            <p:ph idx="1" type="body"/>
          </p:nvPr>
        </p:nvSpPr>
        <p:spPr>
          <a:xfrm>
            <a:off x="574125" y="1374625"/>
            <a:ext cx="7340700" cy="311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Data Source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Stack Overflow Annual Developer Survey, 2025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49,000 responses from 177+ countries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Data Filtering &amp; Cleaning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Python/Google Colab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Filtered: U.S. residents, full-time employees, 1-30 years of experience, salaries between $30,000-$500,000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Incomplete data removed → </a:t>
            </a:r>
            <a:r>
              <a:rPr b="1" lang="en"/>
              <a:t>4,000</a:t>
            </a:r>
            <a:r>
              <a:rPr lang="en"/>
              <a:t> </a:t>
            </a:r>
            <a:r>
              <a:rPr lang="en"/>
              <a:t>usable</a:t>
            </a:r>
            <a:r>
              <a:rPr lang="en"/>
              <a:t> responses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Selected columns: Job Satisfaction, </a:t>
            </a:r>
            <a:r>
              <a:rPr lang="en"/>
              <a:t>Converted Comp Yearly</a:t>
            </a:r>
            <a:r>
              <a:rPr lang="en"/>
              <a:t>, and Work Experience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Key Variables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Independent variable: Salary level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Dependent variable: Job satisfaction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217" name="Google Shape;2217;p26"/>
          <p:cNvSpPr txBox="1"/>
          <p:nvPr>
            <p:ph type="title"/>
          </p:nvPr>
        </p:nvSpPr>
        <p:spPr>
          <a:xfrm>
            <a:off x="1507925" y="384975"/>
            <a:ext cx="68049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Data Overview </a:t>
            </a:r>
            <a:endParaRPr/>
          </a:p>
        </p:txBody>
      </p:sp>
      <p:grpSp>
        <p:nvGrpSpPr>
          <p:cNvPr id="2218" name="Google Shape;2218;p26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2219" name="Google Shape;2219;p26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26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26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26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26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26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26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26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26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26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26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26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26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26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26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26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26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26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6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26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26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26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26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26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6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6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6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6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6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6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26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26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26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26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6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6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6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6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6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6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6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6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6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6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6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6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6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6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6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6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6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6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6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6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6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6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6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6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6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6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6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6" name="Google Shape;2336;p26"/>
          <p:cNvSpPr/>
          <p:nvPr/>
        </p:nvSpPr>
        <p:spPr>
          <a:xfrm>
            <a:off x="683575" y="311475"/>
            <a:ext cx="708300" cy="64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37" name="Google Shape;2337;p26"/>
          <p:cNvSpPr txBox="1"/>
          <p:nvPr>
            <p:ph idx="4294967295" type="title"/>
          </p:nvPr>
        </p:nvSpPr>
        <p:spPr>
          <a:xfrm>
            <a:off x="683575" y="348225"/>
            <a:ext cx="87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38" name="Google Shape;2338;p26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Visualization 1</a:t>
            </a:r>
            <a:endParaRPr/>
          </a:p>
        </p:txBody>
      </p:sp>
      <p:pic>
        <p:nvPicPr>
          <p:cNvPr id="2344" name="Google Shape;2344;p27"/>
          <p:cNvPicPr preferRelativeResize="0"/>
          <p:nvPr/>
        </p:nvPicPr>
        <p:blipFill rotWithShape="1">
          <a:blip r:embed="rId3">
            <a:alphaModFix/>
          </a:blip>
          <a:srcRect b="3416" l="0" r="5571" t="6671"/>
          <a:stretch/>
        </p:blipFill>
        <p:spPr>
          <a:xfrm>
            <a:off x="597525" y="1483200"/>
            <a:ext cx="7704000" cy="2759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7"/>
          <p:cNvSpPr txBox="1"/>
          <p:nvPr/>
        </p:nvSpPr>
        <p:spPr>
          <a:xfrm>
            <a:off x="548550" y="4171239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Salary Distribution by Quartile in the U.S.</a:t>
            </a:r>
            <a:endParaRPr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46" name="Google Shape;2346;p27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Data Visualization 2</a:t>
            </a:r>
            <a:endParaRPr/>
          </a:p>
        </p:txBody>
      </p:sp>
      <p:sp>
        <p:nvSpPr>
          <p:cNvPr id="2352" name="Google Shape;2352;p28"/>
          <p:cNvSpPr txBox="1"/>
          <p:nvPr/>
        </p:nvSpPr>
        <p:spPr>
          <a:xfrm>
            <a:off x="548550" y="4171239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Job Satisfaction Levels by Salary Quartile</a:t>
            </a:r>
            <a:endParaRPr i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353" name="Google Shape;2353;p28"/>
          <p:cNvPicPr preferRelativeResize="0"/>
          <p:nvPr/>
        </p:nvPicPr>
        <p:blipFill rotWithShape="1">
          <a:blip r:embed="rId3">
            <a:alphaModFix/>
          </a:blip>
          <a:srcRect b="3607" l="0" r="1584" t="13259"/>
          <a:stretch/>
        </p:blipFill>
        <p:spPr>
          <a:xfrm>
            <a:off x="650400" y="1575488"/>
            <a:ext cx="7703999" cy="259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354" name="Google Shape;2354;p28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29"/>
          <p:cNvSpPr txBox="1"/>
          <p:nvPr>
            <p:ph type="title"/>
          </p:nvPr>
        </p:nvSpPr>
        <p:spPr>
          <a:xfrm>
            <a:off x="1507925" y="384975"/>
            <a:ext cx="43968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Statistical Results</a:t>
            </a:r>
            <a:endParaRPr/>
          </a:p>
        </p:txBody>
      </p:sp>
      <p:grpSp>
        <p:nvGrpSpPr>
          <p:cNvPr id="2360" name="Google Shape;2360;p29"/>
          <p:cNvGrpSpPr/>
          <p:nvPr/>
        </p:nvGrpSpPr>
        <p:grpSpPr>
          <a:xfrm>
            <a:off x="8035095" y="-120561"/>
            <a:ext cx="1507871" cy="1510263"/>
            <a:chOff x="39184" y="-151930"/>
            <a:chExt cx="1309825" cy="1311903"/>
          </a:xfrm>
        </p:grpSpPr>
        <p:sp>
          <p:nvSpPr>
            <p:cNvPr id="2361" name="Google Shape;2361;p29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29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29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29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9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9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29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29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29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9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29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29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9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29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29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29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29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29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29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29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29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29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29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29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29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29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29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29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29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29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9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9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9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29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29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9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29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29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29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4" name="Google Shape;2404;p29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29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29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29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29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29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29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29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29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29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29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29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29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29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29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29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29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29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29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29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29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29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29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29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29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29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29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29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29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29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29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29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29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29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29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29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8" name="Google Shape;2478;p29"/>
          <p:cNvSpPr/>
          <p:nvPr/>
        </p:nvSpPr>
        <p:spPr>
          <a:xfrm>
            <a:off x="683575" y="311475"/>
            <a:ext cx="708300" cy="64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79" name="Google Shape;2479;p29"/>
          <p:cNvSpPr txBox="1"/>
          <p:nvPr>
            <p:ph idx="4294967295" type="title"/>
          </p:nvPr>
        </p:nvSpPr>
        <p:spPr>
          <a:xfrm>
            <a:off x="683575" y="348225"/>
            <a:ext cx="75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80" name="Google Shape;2480;p29"/>
          <p:cNvSpPr txBox="1"/>
          <p:nvPr>
            <p:ph idx="1" type="body"/>
          </p:nvPr>
        </p:nvSpPr>
        <p:spPr>
          <a:xfrm>
            <a:off x="4879825" y="1312500"/>
            <a:ext cx="3987300" cy="251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Interpretation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Salary affects satisfaction only </a:t>
            </a:r>
            <a:r>
              <a:rPr i="1" lang="en">
                <a:solidFill>
                  <a:srgbClr val="000000"/>
                </a:solidFill>
              </a:rPr>
              <a:t>marginally</a:t>
            </a:r>
            <a:endParaRPr i="1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High and low earners report both high and low satisfaction levels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Findings support </a:t>
            </a:r>
            <a:r>
              <a:rPr b="1" lang="en">
                <a:solidFill>
                  <a:srgbClr val="000000"/>
                </a:solidFill>
              </a:rPr>
              <a:t>diminishing returns: </a:t>
            </a:r>
            <a:r>
              <a:rPr lang="en">
                <a:solidFill>
                  <a:srgbClr val="000000"/>
                </a:solidFill>
              </a:rPr>
              <a:t>increasing salary provides minimal gains in job satisfaction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81" name="Google Shape;2481;p29"/>
          <p:cNvSpPr txBox="1"/>
          <p:nvPr>
            <p:ph idx="1" type="body"/>
          </p:nvPr>
        </p:nvSpPr>
        <p:spPr>
          <a:xfrm>
            <a:off x="476725" y="1196513"/>
            <a:ext cx="4462800" cy="3302100"/>
          </a:xfrm>
          <a:prstGeom prst="rect">
            <a:avLst/>
          </a:prstGeom>
          <a:noFill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1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10"/>
              <a:t>Key Findings</a:t>
            </a:r>
            <a:endParaRPr b="1" sz="1210"/>
          </a:p>
          <a:p>
            <a:pPr indent="-30543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10"/>
              <a:buChar char="○"/>
            </a:pPr>
            <a:r>
              <a:rPr lang="en" sz="1210">
                <a:solidFill>
                  <a:srgbClr val="000000"/>
                </a:solidFill>
              </a:rPr>
              <a:t>Salary Quartiles (Q1–Q4) show increasing median salary but similar job satisfaction spread across all groups</a:t>
            </a:r>
            <a:endParaRPr sz="1210"/>
          </a:p>
          <a:p>
            <a:pPr indent="-30543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10"/>
              <a:buChar char="○"/>
            </a:pPr>
            <a:r>
              <a:rPr lang="en" sz="1210">
                <a:solidFill>
                  <a:srgbClr val="000000"/>
                </a:solidFill>
              </a:rPr>
              <a:t>Mean ‘JobSat’ increases only </a:t>
            </a:r>
            <a:r>
              <a:rPr b="1" lang="en" sz="1210">
                <a:solidFill>
                  <a:srgbClr val="000000"/>
                </a:solidFill>
              </a:rPr>
              <a:t>0.37 points</a:t>
            </a:r>
            <a:r>
              <a:rPr lang="en" sz="1210">
                <a:solidFill>
                  <a:srgbClr val="000000"/>
                </a:solidFill>
              </a:rPr>
              <a:t> from Q1 to Q4 (7.02 → 7.39)</a:t>
            </a:r>
            <a:endParaRPr sz="1210">
              <a:solidFill>
                <a:srgbClr val="000000"/>
              </a:solidFill>
            </a:endParaRPr>
          </a:p>
          <a:p>
            <a:pPr indent="-30543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10"/>
              <a:buChar char="○"/>
            </a:pPr>
            <a:r>
              <a:rPr lang="en" sz="1210">
                <a:solidFill>
                  <a:srgbClr val="000000"/>
                </a:solidFill>
              </a:rPr>
              <a:t>Standard deviations and ranges nearly identical across quartiles: high spread in all groups</a:t>
            </a:r>
            <a:endParaRPr sz="1210">
              <a:solidFill>
                <a:srgbClr val="000000"/>
              </a:solidFill>
            </a:endParaRPr>
          </a:p>
          <a:p>
            <a:pPr indent="-305435" lvl="1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10"/>
              <a:buChar char="○"/>
            </a:pPr>
            <a:r>
              <a:rPr i="1" lang="en" sz="1210">
                <a:solidFill>
                  <a:srgbClr val="000000"/>
                </a:solidFill>
              </a:rPr>
              <a:t>Extremely weak</a:t>
            </a:r>
            <a:r>
              <a:rPr lang="en" sz="1210">
                <a:solidFill>
                  <a:srgbClr val="000000"/>
                </a:solidFill>
              </a:rPr>
              <a:t>, positive, no linear relationship</a:t>
            </a:r>
            <a:endParaRPr sz="1210">
              <a:solidFill>
                <a:srgbClr val="000000"/>
              </a:solidFill>
            </a:endParaRPr>
          </a:p>
        </p:txBody>
      </p:sp>
      <p:sp>
        <p:nvSpPr>
          <p:cNvPr id="2482" name="Google Shape;2482;p29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7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30"/>
          <p:cNvSpPr txBox="1"/>
          <p:nvPr>
            <p:ph idx="1" type="body"/>
          </p:nvPr>
        </p:nvSpPr>
        <p:spPr>
          <a:xfrm>
            <a:off x="1132025" y="1213302"/>
            <a:ext cx="7659000" cy="381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</a:rPr>
              <a:t>Money vs. Meaningful Work</a:t>
            </a:r>
            <a:endParaRPr b="1" sz="48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800">
                <a:solidFill>
                  <a:srgbClr val="000000"/>
                </a:solidFill>
              </a:rPr>
              <a:t>Compensation matters, but results show it is </a:t>
            </a:r>
            <a:r>
              <a:rPr i="1" lang="en" sz="4800">
                <a:solidFill>
                  <a:srgbClr val="000000"/>
                </a:solidFill>
              </a:rPr>
              <a:t>not the primary driver</a:t>
            </a:r>
            <a:r>
              <a:rPr lang="en" sz="4800">
                <a:solidFill>
                  <a:srgbClr val="000000"/>
                </a:solidFill>
              </a:rPr>
              <a:t> of job satisfaction</a:t>
            </a:r>
            <a:endParaRPr sz="48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mo"/>
              <a:buChar char="●"/>
            </a:pPr>
            <a:r>
              <a:rPr lang="en" sz="4800">
                <a:solidFill>
                  <a:srgbClr val="000000"/>
                </a:solidFill>
              </a:rPr>
              <a:t>Employees value: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mo"/>
              <a:buChar char="○"/>
            </a:pPr>
            <a:r>
              <a:rPr lang="en" sz="4800">
                <a:solidFill>
                  <a:srgbClr val="000000"/>
                </a:solidFill>
              </a:rPr>
              <a:t>Positive workplace culture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mo"/>
              <a:buChar char="○"/>
            </a:pPr>
            <a:r>
              <a:rPr lang="en" sz="4800">
                <a:solidFill>
                  <a:srgbClr val="000000"/>
                </a:solidFill>
              </a:rPr>
              <a:t>Work life balance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mo"/>
              <a:buChar char="○"/>
            </a:pPr>
            <a:r>
              <a:rPr lang="en" sz="4800">
                <a:solidFill>
                  <a:srgbClr val="000000"/>
                </a:solidFill>
              </a:rPr>
              <a:t>Wellness and stability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mo"/>
              <a:buChar char="○"/>
            </a:pPr>
            <a:r>
              <a:rPr lang="en" sz="4800">
                <a:solidFill>
                  <a:srgbClr val="000000"/>
                </a:solidFill>
              </a:rPr>
              <a:t>Opportunity for growth and recognition</a:t>
            </a:r>
            <a:endParaRPr sz="4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</a:rPr>
              <a:t>Retention Strategies Beyond Pay</a:t>
            </a:r>
            <a:endParaRPr b="1"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n" sz="4800">
                <a:solidFill>
                  <a:srgbClr val="000000"/>
                </a:solidFill>
              </a:rPr>
              <a:t>Culture:</a:t>
            </a:r>
            <a:r>
              <a:rPr lang="en" sz="4800">
                <a:solidFill>
                  <a:srgbClr val="000000"/>
                </a:solidFill>
              </a:rPr>
              <a:t> Trust, collaboration, psychological safety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n" sz="4800">
                <a:solidFill>
                  <a:srgbClr val="000000"/>
                </a:solidFill>
              </a:rPr>
              <a:t>Flexibility:</a:t>
            </a:r>
            <a:r>
              <a:rPr lang="en" sz="4800">
                <a:solidFill>
                  <a:srgbClr val="000000"/>
                </a:solidFill>
              </a:rPr>
              <a:t> Remote/hybrid options, flexible scheduling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n" sz="4800">
                <a:solidFill>
                  <a:srgbClr val="000000"/>
                </a:solidFill>
              </a:rPr>
              <a:t>Career Development:</a:t>
            </a:r>
            <a:r>
              <a:rPr lang="en" sz="4800">
                <a:solidFill>
                  <a:srgbClr val="000000"/>
                </a:solidFill>
              </a:rPr>
              <a:t> Skill-building, clear promotion paths</a:t>
            </a:r>
            <a:endParaRPr sz="48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n" sz="4800">
                <a:solidFill>
                  <a:srgbClr val="000000"/>
                </a:solidFill>
              </a:rPr>
              <a:t>Recognition:</a:t>
            </a:r>
            <a:r>
              <a:rPr lang="en" sz="4800">
                <a:solidFill>
                  <a:srgbClr val="000000"/>
                </a:solidFill>
              </a:rPr>
              <a:t> Non-monetary rewards, regular feedback</a:t>
            </a:r>
            <a:endParaRPr sz="4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0000"/>
                </a:solidFill>
              </a:rPr>
              <a:t>Diminishing Returns on Salary</a:t>
            </a:r>
            <a:endParaRPr b="1" sz="4800"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4800">
                <a:solidFill>
                  <a:srgbClr val="000000"/>
                </a:solidFill>
              </a:rPr>
              <a:t>Companies over-relying on pay increases will see little improvement in morale</a:t>
            </a:r>
            <a:endParaRPr sz="4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88" name="Google Shape;2488;p30"/>
          <p:cNvSpPr txBox="1"/>
          <p:nvPr>
            <p:ph type="title"/>
          </p:nvPr>
        </p:nvSpPr>
        <p:spPr>
          <a:xfrm>
            <a:off x="1507925" y="384975"/>
            <a:ext cx="56541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2941"/>
              <a:buNone/>
            </a:pPr>
            <a:r>
              <a:rPr lang="en"/>
              <a:t>Business Implications</a:t>
            </a:r>
            <a:endParaRPr/>
          </a:p>
        </p:txBody>
      </p:sp>
      <p:grpSp>
        <p:nvGrpSpPr>
          <p:cNvPr id="2489" name="Google Shape;2489;p30"/>
          <p:cNvGrpSpPr/>
          <p:nvPr/>
        </p:nvGrpSpPr>
        <p:grpSpPr>
          <a:xfrm>
            <a:off x="8088220" y="-253361"/>
            <a:ext cx="1507871" cy="1510263"/>
            <a:chOff x="39184" y="-151930"/>
            <a:chExt cx="1309825" cy="1311903"/>
          </a:xfrm>
        </p:grpSpPr>
        <p:sp>
          <p:nvSpPr>
            <p:cNvPr id="2490" name="Google Shape;2490;p30"/>
            <p:cNvSpPr/>
            <p:nvPr/>
          </p:nvSpPr>
          <p:spPr>
            <a:xfrm>
              <a:off x="1304909" y="54495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30"/>
            <p:cNvSpPr/>
            <p:nvPr/>
          </p:nvSpPr>
          <p:spPr>
            <a:xfrm>
              <a:off x="1231442" y="614221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30"/>
            <p:cNvSpPr/>
            <p:nvPr/>
          </p:nvSpPr>
          <p:spPr>
            <a:xfrm>
              <a:off x="1160075" y="68558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30"/>
            <p:cNvSpPr/>
            <p:nvPr/>
          </p:nvSpPr>
          <p:spPr>
            <a:xfrm>
              <a:off x="1088707" y="756956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30"/>
            <p:cNvSpPr/>
            <p:nvPr/>
          </p:nvSpPr>
          <p:spPr>
            <a:xfrm>
              <a:off x="1019439" y="828324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30"/>
            <p:cNvSpPr/>
            <p:nvPr/>
          </p:nvSpPr>
          <p:spPr>
            <a:xfrm>
              <a:off x="948072" y="89969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30"/>
            <p:cNvSpPr/>
            <p:nvPr/>
          </p:nvSpPr>
          <p:spPr>
            <a:xfrm>
              <a:off x="876704" y="96896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30"/>
            <p:cNvSpPr/>
            <p:nvPr/>
          </p:nvSpPr>
          <p:spPr>
            <a:xfrm>
              <a:off x="805336" y="104032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30"/>
            <p:cNvSpPr/>
            <p:nvPr/>
          </p:nvSpPr>
          <p:spPr>
            <a:xfrm>
              <a:off x="733969" y="111169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30"/>
            <p:cNvSpPr/>
            <p:nvPr/>
          </p:nvSpPr>
          <p:spPr>
            <a:xfrm>
              <a:off x="1244036" y="4861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30"/>
            <p:cNvSpPr/>
            <p:nvPr/>
          </p:nvSpPr>
          <p:spPr>
            <a:xfrm>
              <a:off x="1174769" y="557547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30"/>
            <p:cNvSpPr/>
            <p:nvPr/>
          </p:nvSpPr>
          <p:spPr>
            <a:xfrm>
              <a:off x="1105499" y="62891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30"/>
            <p:cNvSpPr/>
            <p:nvPr/>
          </p:nvSpPr>
          <p:spPr>
            <a:xfrm>
              <a:off x="1034132" y="70028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30"/>
            <p:cNvSpPr/>
            <p:nvPr/>
          </p:nvSpPr>
          <p:spPr>
            <a:xfrm>
              <a:off x="960666" y="7695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30"/>
            <p:cNvSpPr/>
            <p:nvPr/>
          </p:nvSpPr>
          <p:spPr>
            <a:xfrm>
              <a:off x="889298" y="84091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30"/>
            <p:cNvSpPr/>
            <p:nvPr/>
          </p:nvSpPr>
          <p:spPr>
            <a:xfrm>
              <a:off x="817931" y="91228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30"/>
            <p:cNvSpPr/>
            <p:nvPr/>
          </p:nvSpPr>
          <p:spPr>
            <a:xfrm>
              <a:off x="748662" y="983653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30"/>
            <p:cNvSpPr/>
            <p:nvPr/>
          </p:nvSpPr>
          <p:spPr>
            <a:xfrm>
              <a:off x="677294" y="1052922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30"/>
            <p:cNvSpPr/>
            <p:nvPr/>
          </p:nvSpPr>
          <p:spPr>
            <a:xfrm>
              <a:off x="1187363" y="427407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9" name="Google Shape;2509;p30"/>
            <p:cNvSpPr/>
            <p:nvPr/>
          </p:nvSpPr>
          <p:spPr>
            <a:xfrm>
              <a:off x="1115995" y="49877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0" name="Google Shape;2510;p30"/>
            <p:cNvSpPr/>
            <p:nvPr/>
          </p:nvSpPr>
          <p:spPr>
            <a:xfrm>
              <a:off x="1046726" y="572240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1" name="Google Shape;2511;p30"/>
            <p:cNvSpPr/>
            <p:nvPr/>
          </p:nvSpPr>
          <p:spPr>
            <a:xfrm>
              <a:off x="975359" y="643608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30"/>
            <p:cNvSpPr/>
            <p:nvPr/>
          </p:nvSpPr>
          <p:spPr>
            <a:xfrm>
              <a:off x="901893" y="71077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30"/>
            <p:cNvSpPr/>
            <p:nvPr/>
          </p:nvSpPr>
          <p:spPr>
            <a:xfrm>
              <a:off x="832623" y="782145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4" name="Google Shape;2514;p30"/>
            <p:cNvSpPr/>
            <p:nvPr/>
          </p:nvSpPr>
          <p:spPr>
            <a:xfrm>
              <a:off x="761256" y="85351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5" name="Google Shape;2515;p30"/>
            <p:cNvSpPr/>
            <p:nvPr/>
          </p:nvSpPr>
          <p:spPr>
            <a:xfrm>
              <a:off x="689888" y="92488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30"/>
            <p:cNvSpPr/>
            <p:nvPr/>
          </p:nvSpPr>
          <p:spPr>
            <a:xfrm>
              <a:off x="618521" y="9962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7" name="Google Shape;2517;p30"/>
            <p:cNvSpPr/>
            <p:nvPr/>
          </p:nvSpPr>
          <p:spPr>
            <a:xfrm>
              <a:off x="1128589" y="370732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30"/>
            <p:cNvSpPr/>
            <p:nvPr/>
          </p:nvSpPr>
          <p:spPr>
            <a:xfrm>
              <a:off x="1057221" y="44000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30"/>
            <p:cNvSpPr/>
            <p:nvPr/>
          </p:nvSpPr>
          <p:spPr>
            <a:xfrm>
              <a:off x="985854" y="51136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30"/>
            <p:cNvSpPr/>
            <p:nvPr/>
          </p:nvSpPr>
          <p:spPr>
            <a:xfrm>
              <a:off x="916585" y="58273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30"/>
            <p:cNvSpPr/>
            <p:nvPr/>
          </p:nvSpPr>
          <p:spPr>
            <a:xfrm>
              <a:off x="845218" y="654104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30"/>
            <p:cNvSpPr/>
            <p:nvPr/>
          </p:nvSpPr>
          <p:spPr>
            <a:xfrm>
              <a:off x="775949" y="727570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30"/>
            <p:cNvSpPr/>
            <p:nvPr/>
          </p:nvSpPr>
          <p:spPr>
            <a:xfrm>
              <a:off x="702483" y="796839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4" name="Google Shape;2524;p30"/>
            <p:cNvSpPr/>
            <p:nvPr/>
          </p:nvSpPr>
          <p:spPr>
            <a:xfrm>
              <a:off x="631115" y="86610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5" name="Google Shape;2525;p30"/>
            <p:cNvSpPr/>
            <p:nvPr/>
          </p:nvSpPr>
          <p:spPr>
            <a:xfrm>
              <a:off x="559747" y="93747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30"/>
            <p:cNvSpPr/>
            <p:nvPr/>
          </p:nvSpPr>
          <p:spPr>
            <a:xfrm>
              <a:off x="1071915" y="311959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7" name="Google Shape;2527;p30"/>
            <p:cNvSpPr/>
            <p:nvPr/>
          </p:nvSpPr>
          <p:spPr>
            <a:xfrm>
              <a:off x="1000547" y="383327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8" name="Google Shape;2528;p30"/>
            <p:cNvSpPr/>
            <p:nvPr/>
          </p:nvSpPr>
          <p:spPr>
            <a:xfrm>
              <a:off x="929180" y="454694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9" name="Google Shape;2529;p30"/>
            <p:cNvSpPr/>
            <p:nvPr/>
          </p:nvSpPr>
          <p:spPr>
            <a:xfrm>
              <a:off x="857812" y="523963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0" name="Google Shape;2530;p30"/>
            <p:cNvSpPr/>
            <p:nvPr/>
          </p:nvSpPr>
          <p:spPr>
            <a:xfrm>
              <a:off x="786444" y="595330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1" name="Google Shape;2531;p30"/>
            <p:cNvSpPr/>
            <p:nvPr/>
          </p:nvSpPr>
          <p:spPr>
            <a:xfrm>
              <a:off x="717176" y="66879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2" name="Google Shape;2532;p30"/>
            <p:cNvSpPr/>
            <p:nvPr/>
          </p:nvSpPr>
          <p:spPr>
            <a:xfrm>
              <a:off x="647907" y="740164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3" name="Google Shape;2533;p30"/>
            <p:cNvSpPr/>
            <p:nvPr/>
          </p:nvSpPr>
          <p:spPr>
            <a:xfrm>
              <a:off x="574441" y="8094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4" name="Google Shape;2534;p30"/>
            <p:cNvSpPr/>
            <p:nvPr/>
          </p:nvSpPr>
          <p:spPr>
            <a:xfrm>
              <a:off x="503073" y="880800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5" name="Google Shape;2535;p30"/>
            <p:cNvSpPr/>
            <p:nvPr/>
          </p:nvSpPr>
          <p:spPr>
            <a:xfrm>
              <a:off x="1013141" y="25318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6" name="Google Shape;2536;p30"/>
            <p:cNvSpPr/>
            <p:nvPr/>
          </p:nvSpPr>
          <p:spPr>
            <a:xfrm>
              <a:off x="941774" y="324553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7" name="Google Shape;2537;p30"/>
            <p:cNvSpPr/>
            <p:nvPr/>
          </p:nvSpPr>
          <p:spPr>
            <a:xfrm>
              <a:off x="870406" y="395921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8" name="Google Shape;2538;p30"/>
            <p:cNvSpPr/>
            <p:nvPr/>
          </p:nvSpPr>
          <p:spPr>
            <a:xfrm>
              <a:off x="799039" y="467288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9" name="Google Shape;2539;p30"/>
            <p:cNvSpPr/>
            <p:nvPr/>
          </p:nvSpPr>
          <p:spPr>
            <a:xfrm>
              <a:off x="729770" y="538656"/>
              <a:ext cx="461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0" name="Google Shape;2540;p30"/>
            <p:cNvSpPr/>
            <p:nvPr/>
          </p:nvSpPr>
          <p:spPr>
            <a:xfrm>
              <a:off x="658403" y="60792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30"/>
            <p:cNvSpPr/>
            <p:nvPr/>
          </p:nvSpPr>
          <p:spPr>
            <a:xfrm>
              <a:off x="587035" y="67929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30"/>
            <p:cNvSpPr/>
            <p:nvPr/>
          </p:nvSpPr>
          <p:spPr>
            <a:xfrm>
              <a:off x="515667" y="750660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30"/>
            <p:cNvSpPr/>
            <p:nvPr/>
          </p:nvSpPr>
          <p:spPr>
            <a:xfrm>
              <a:off x="444300" y="822027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30"/>
            <p:cNvSpPr/>
            <p:nvPr/>
          </p:nvSpPr>
          <p:spPr>
            <a:xfrm>
              <a:off x="954368" y="196512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30"/>
            <p:cNvSpPr/>
            <p:nvPr/>
          </p:nvSpPr>
          <p:spPr>
            <a:xfrm>
              <a:off x="885100" y="267879"/>
              <a:ext cx="461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30"/>
            <p:cNvSpPr/>
            <p:nvPr/>
          </p:nvSpPr>
          <p:spPr>
            <a:xfrm>
              <a:off x="813732" y="337148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7" name="Google Shape;2547;p30"/>
            <p:cNvSpPr/>
            <p:nvPr/>
          </p:nvSpPr>
          <p:spPr>
            <a:xfrm>
              <a:off x="742364" y="408515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30"/>
            <p:cNvSpPr/>
            <p:nvPr/>
          </p:nvSpPr>
          <p:spPr>
            <a:xfrm>
              <a:off x="670997" y="47988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30"/>
            <p:cNvSpPr/>
            <p:nvPr/>
          </p:nvSpPr>
          <p:spPr>
            <a:xfrm>
              <a:off x="599629" y="55125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30"/>
            <p:cNvSpPr/>
            <p:nvPr/>
          </p:nvSpPr>
          <p:spPr>
            <a:xfrm>
              <a:off x="528262" y="622618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30"/>
            <p:cNvSpPr/>
            <p:nvPr/>
          </p:nvSpPr>
          <p:spPr>
            <a:xfrm>
              <a:off x="456894" y="693985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30"/>
            <p:cNvSpPr/>
            <p:nvPr/>
          </p:nvSpPr>
          <p:spPr>
            <a:xfrm>
              <a:off x="389725" y="765353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30"/>
            <p:cNvSpPr/>
            <p:nvPr/>
          </p:nvSpPr>
          <p:spPr>
            <a:xfrm>
              <a:off x="899793" y="139837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30"/>
            <p:cNvSpPr/>
            <p:nvPr/>
          </p:nvSpPr>
          <p:spPr>
            <a:xfrm>
              <a:off x="828425" y="211205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5" name="Google Shape;2555;p30"/>
            <p:cNvSpPr/>
            <p:nvPr/>
          </p:nvSpPr>
          <p:spPr>
            <a:xfrm>
              <a:off x="754959" y="280473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6" name="Google Shape;2556;p30"/>
            <p:cNvSpPr/>
            <p:nvPr/>
          </p:nvSpPr>
          <p:spPr>
            <a:xfrm>
              <a:off x="683591" y="351841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30"/>
            <p:cNvSpPr/>
            <p:nvPr/>
          </p:nvSpPr>
          <p:spPr>
            <a:xfrm>
              <a:off x="612224" y="421109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30"/>
            <p:cNvSpPr/>
            <p:nvPr/>
          </p:nvSpPr>
          <p:spPr>
            <a:xfrm>
              <a:off x="542955" y="492477"/>
              <a:ext cx="461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30"/>
            <p:cNvSpPr/>
            <p:nvPr/>
          </p:nvSpPr>
          <p:spPr>
            <a:xfrm>
              <a:off x="471587" y="563845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30"/>
            <p:cNvSpPr/>
            <p:nvPr/>
          </p:nvSpPr>
          <p:spPr>
            <a:xfrm>
              <a:off x="400220" y="63521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30"/>
            <p:cNvSpPr/>
            <p:nvPr/>
          </p:nvSpPr>
          <p:spPr>
            <a:xfrm>
              <a:off x="328852" y="70658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30"/>
            <p:cNvSpPr/>
            <p:nvPr/>
          </p:nvSpPr>
          <p:spPr>
            <a:xfrm>
              <a:off x="841020" y="81064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30"/>
            <p:cNvSpPr/>
            <p:nvPr/>
          </p:nvSpPr>
          <p:spPr>
            <a:xfrm>
              <a:off x="767553" y="150333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30"/>
            <p:cNvSpPr/>
            <p:nvPr/>
          </p:nvSpPr>
          <p:spPr>
            <a:xfrm>
              <a:off x="696185" y="22170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30"/>
            <p:cNvSpPr/>
            <p:nvPr/>
          </p:nvSpPr>
          <p:spPr>
            <a:xfrm>
              <a:off x="626917" y="293068"/>
              <a:ext cx="461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30"/>
            <p:cNvSpPr/>
            <p:nvPr/>
          </p:nvSpPr>
          <p:spPr>
            <a:xfrm>
              <a:off x="555549" y="36443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30"/>
            <p:cNvSpPr/>
            <p:nvPr/>
          </p:nvSpPr>
          <p:spPr>
            <a:xfrm>
              <a:off x="484182" y="435803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30"/>
            <p:cNvSpPr/>
            <p:nvPr/>
          </p:nvSpPr>
          <p:spPr>
            <a:xfrm>
              <a:off x="412814" y="507170"/>
              <a:ext cx="48279" cy="461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30"/>
            <p:cNvSpPr/>
            <p:nvPr/>
          </p:nvSpPr>
          <p:spPr>
            <a:xfrm>
              <a:off x="341447" y="576439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30"/>
            <p:cNvSpPr/>
            <p:nvPr/>
          </p:nvSpPr>
          <p:spPr>
            <a:xfrm>
              <a:off x="270079" y="64780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30"/>
            <p:cNvSpPr/>
            <p:nvPr/>
          </p:nvSpPr>
          <p:spPr>
            <a:xfrm>
              <a:off x="782246" y="22291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30"/>
            <p:cNvSpPr/>
            <p:nvPr/>
          </p:nvSpPr>
          <p:spPr>
            <a:xfrm>
              <a:off x="710879" y="93658"/>
              <a:ext cx="48278" cy="482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30"/>
            <p:cNvSpPr/>
            <p:nvPr/>
          </p:nvSpPr>
          <p:spPr>
            <a:xfrm>
              <a:off x="641610" y="167125"/>
              <a:ext cx="44100" cy="4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30"/>
            <p:cNvSpPr/>
            <p:nvPr/>
          </p:nvSpPr>
          <p:spPr>
            <a:xfrm>
              <a:off x="570243" y="236393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30"/>
            <p:cNvSpPr/>
            <p:nvPr/>
          </p:nvSpPr>
          <p:spPr>
            <a:xfrm>
              <a:off x="496776" y="305662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30"/>
            <p:cNvSpPr/>
            <p:nvPr/>
          </p:nvSpPr>
          <p:spPr>
            <a:xfrm>
              <a:off x="425408" y="377030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30"/>
            <p:cNvSpPr/>
            <p:nvPr/>
          </p:nvSpPr>
          <p:spPr>
            <a:xfrm>
              <a:off x="356140" y="448397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30"/>
            <p:cNvSpPr/>
            <p:nvPr/>
          </p:nvSpPr>
          <p:spPr>
            <a:xfrm>
              <a:off x="284772" y="519765"/>
              <a:ext cx="461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30"/>
            <p:cNvSpPr/>
            <p:nvPr/>
          </p:nvSpPr>
          <p:spPr>
            <a:xfrm>
              <a:off x="213405" y="591132"/>
              <a:ext cx="48278" cy="46178"/>
            </a:xfrm>
            <a:custGeom>
              <a:rect b="b" l="l" r="r" t="t"/>
              <a:pathLst>
                <a:path extrusionOk="0" h="1094" w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30"/>
            <p:cNvSpPr/>
            <p:nvPr/>
          </p:nvSpPr>
          <p:spPr>
            <a:xfrm>
              <a:off x="723473" y="-36482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30"/>
            <p:cNvSpPr/>
            <p:nvPr/>
          </p:nvSpPr>
          <p:spPr>
            <a:xfrm>
              <a:off x="652105" y="34885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30"/>
            <p:cNvSpPr/>
            <p:nvPr/>
          </p:nvSpPr>
          <p:spPr>
            <a:xfrm>
              <a:off x="582837" y="108352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30"/>
            <p:cNvSpPr/>
            <p:nvPr/>
          </p:nvSpPr>
          <p:spPr>
            <a:xfrm>
              <a:off x="511469" y="179719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30"/>
            <p:cNvSpPr/>
            <p:nvPr/>
          </p:nvSpPr>
          <p:spPr>
            <a:xfrm>
              <a:off x="440102" y="248988"/>
              <a:ext cx="46179" cy="461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30"/>
            <p:cNvSpPr/>
            <p:nvPr/>
          </p:nvSpPr>
          <p:spPr>
            <a:xfrm>
              <a:off x="368734" y="318256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30"/>
            <p:cNvSpPr/>
            <p:nvPr/>
          </p:nvSpPr>
          <p:spPr>
            <a:xfrm>
              <a:off x="297367" y="389624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30"/>
            <p:cNvSpPr/>
            <p:nvPr/>
          </p:nvSpPr>
          <p:spPr>
            <a:xfrm>
              <a:off x="225999" y="46099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30"/>
            <p:cNvSpPr/>
            <p:nvPr/>
          </p:nvSpPr>
          <p:spPr>
            <a:xfrm>
              <a:off x="154631" y="532359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30"/>
            <p:cNvSpPr/>
            <p:nvPr/>
          </p:nvSpPr>
          <p:spPr>
            <a:xfrm>
              <a:off x="664700" y="-93157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30"/>
            <p:cNvSpPr/>
            <p:nvPr/>
          </p:nvSpPr>
          <p:spPr>
            <a:xfrm>
              <a:off x="593332" y="-23888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524064" y="47479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452696" y="118847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381328" y="19021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312060" y="263681"/>
              <a:ext cx="441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238593" y="332950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167226" y="404317"/>
              <a:ext cx="48279" cy="461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97957" y="473586"/>
              <a:ext cx="461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608025" y="-151930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536658" y="-80562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465290" y="-9195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393923" y="62173"/>
              <a:ext cx="48278" cy="461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322555" y="131441"/>
              <a:ext cx="48278" cy="48279"/>
            </a:xfrm>
            <a:custGeom>
              <a:rect b="b" l="l" r="r" t="t"/>
              <a:pathLst>
                <a:path extrusionOk="0" h="1095" w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5386" y="204908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84018" y="276275"/>
              <a:ext cx="42000" cy="44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10552" y="345544"/>
              <a:ext cx="48279" cy="48278"/>
            </a:xfrm>
            <a:custGeom>
              <a:rect b="b" l="l" r="r" t="t"/>
              <a:pathLst>
                <a:path extrusionOk="0" h="1094" w="1095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39184" y="416911"/>
              <a:ext cx="48279" cy="48279"/>
            </a:xfrm>
            <a:custGeom>
              <a:rect b="b" l="l" r="r" t="t"/>
              <a:pathLst>
                <a:path extrusionOk="0" h="1095" w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7" name="Google Shape;2607;p30"/>
          <p:cNvSpPr/>
          <p:nvPr/>
        </p:nvSpPr>
        <p:spPr>
          <a:xfrm>
            <a:off x="683575" y="311475"/>
            <a:ext cx="708300" cy="64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8" name="Google Shape;2608;p30"/>
          <p:cNvSpPr txBox="1"/>
          <p:nvPr>
            <p:ph idx="4294967295" type="title"/>
          </p:nvPr>
        </p:nvSpPr>
        <p:spPr>
          <a:xfrm>
            <a:off x="683575" y="348225"/>
            <a:ext cx="8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09" name="Google Shape;2609;p30"/>
          <p:cNvSpPr txBox="1"/>
          <p:nvPr/>
        </p:nvSpPr>
        <p:spPr>
          <a:xfrm>
            <a:off x="53350" y="46591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31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9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15" name="Google Shape;2615;p31"/>
          <p:cNvSpPr txBox="1"/>
          <p:nvPr/>
        </p:nvSpPr>
        <p:spPr>
          <a:xfrm>
            <a:off x="1814825" y="295450"/>
            <a:ext cx="5170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 sz="3100"/>
          </a:p>
        </p:txBody>
      </p:sp>
      <p:sp>
        <p:nvSpPr>
          <p:cNvPr id="2616" name="Google Shape;2616;p31"/>
          <p:cNvSpPr/>
          <p:nvPr/>
        </p:nvSpPr>
        <p:spPr>
          <a:xfrm>
            <a:off x="1020000" y="326350"/>
            <a:ext cx="708300" cy="64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17" name="Google Shape;2617;p31"/>
          <p:cNvSpPr txBox="1"/>
          <p:nvPr>
            <p:ph idx="4294967295" type="title"/>
          </p:nvPr>
        </p:nvSpPr>
        <p:spPr>
          <a:xfrm>
            <a:off x="973800" y="363100"/>
            <a:ext cx="80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618" name="Google Shape;2618;p31"/>
          <p:cNvSpPr txBox="1"/>
          <p:nvPr>
            <p:ph idx="4294967295" type="body"/>
          </p:nvPr>
        </p:nvSpPr>
        <p:spPr>
          <a:xfrm>
            <a:off x="388425" y="1350475"/>
            <a:ext cx="6162600" cy="355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b="1" lang="en">
                <a:solidFill>
                  <a:srgbClr val="000000"/>
                </a:solidFill>
              </a:rPr>
              <a:t>Build a Holistic Benefits Package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Prioritize employee-valued perks: health/wellness, PTO, paternity leave, retirement support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Communicate to see which benefits are necessary and what employees prefer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b="1" lang="en">
                <a:solidFill>
                  <a:srgbClr val="000000"/>
                </a:solidFill>
              </a:rPr>
              <a:t>Strengthen Work Life Balance</a:t>
            </a:r>
            <a:endParaRPr b="1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Implement hybrid or flexible scheduling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Reduce burnout by supporting reasonable hours and personal time management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b="1" lang="en">
                <a:solidFill>
                  <a:srgbClr val="000000"/>
                </a:solidFill>
              </a:rPr>
              <a:t>Invest in Culture</a:t>
            </a:r>
            <a:endParaRPr b="1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Foster supportive leadership and team reliability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Encourage collaboration, respect, and safety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AutoNum type="arabicPeriod"/>
            </a:pPr>
            <a:r>
              <a:rPr b="1" lang="en">
                <a:solidFill>
                  <a:srgbClr val="000000"/>
                </a:solidFill>
              </a:rPr>
              <a:t>Provide Growth &amp; Recognition</a:t>
            </a:r>
            <a:endParaRPr b="1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Offer skill development and transparent promotion pathways</a:t>
            </a:r>
            <a:endParaRPr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>
                <a:solidFill>
                  <a:srgbClr val="000000"/>
                </a:solidFill>
              </a:rPr>
              <a:t>Recognize/reward contributions consistently</a:t>
            </a:r>
            <a:endParaRPr/>
          </a:p>
        </p:txBody>
      </p:sp>
      <p:sp>
        <p:nvSpPr>
          <p:cNvPr id="2619" name="Google Shape;2619;p31"/>
          <p:cNvSpPr/>
          <p:nvPr/>
        </p:nvSpPr>
        <p:spPr>
          <a:xfrm>
            <a:off x="6050147" y="3301768"/>
            <a:ext cx="3005313" cy="581954"/>
          </a:xfrm>
          <a:custGeom>
            <a:rect b="b" l="l" r="r" t="t"/>
            <a:pathLst>
              <a:path extrusionOk="0" h="44560" w="230204">
                <a:moveTo>
                  <a:pt x="25737" y="1"/>
                </a:moveTo>
                <a:lnTo>
                  <a:pt x="0" y="44560"/>
                </a:lnTo>
                <a:lnTo>
                  <a:pt x="230204" y="44560"/>
                </a:lnTo>
                <a:lnTo>
                  <a:pt x="204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0" name="Google Shape;2620;p31"/>
          <p:cNvSpPr/>
          <p:nvPr/>
        </p:nvSpPr>
        <p:spPr>
          <a:xfrm>
            <a:off x="6411783" y="2608987"/>
            <a:ext cx="2282040" cy="526031"/>
          </a:xfrm>
          <a:custGeom>
            <a:rect b="b" l="l" r="r" t="t"/>
            <a:pathLst>
              <a:path extrusionOk="0" h="40278" w="174802">
                <a:moveTo>
                  <a:pt x="22750" y="1"/>
                </a:moveTo>
                <a:lnTo>
                  <a:pt x="0" y="40278"/>
                </a:lnTo>
                <a:lnTo>
                  <a:pt x="174802" y="40278"/>
                </a:lnTo>
                <a:lnTo>
                  <a:pt x="15205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31"/>
          <p:cNvSpPr/>
          <p:nvPr/>
        </p:nvSpPr>
        <p:spPr>
          <a:xfrm>
            <a:off x="6733293" y="1888187"/>
            <a:ext cx="1639003" cy="528852"/>
          </a:xfrm>
          <a:custGeom>
            <a:rect b="b" l="l" r="r" t="t"/>
            <a:pathLst>
              <a:path extrusionOk="0" h="40494" w="125546">
                <a:moveTo>
                  <a:pt x="22196" y="1"/>
                </a:moveTo>
                <a:lnTo>
                  <a:pt x="8133" y="25661"/>
                </a:lnTo>
                <a:lnTo>
                  <a:pt x="1" y="40494"/>
                </a:lnTo>
                <a:lnTo>
                  <a:pt x="125545" y="40494"/>
                </a:lnTo>
                <a:lnTo>
                  <a:pt x="117413" y="25661"/>
                </a:lnTo>
                <a:lnTo>
                  <a:pt x="1033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31"/>
          <p:cNvSpPr/>
          <p:nvPr/>
        </p:nvSpPr>
        <p:spPr>
          <a:xfrm>
            <a:off x="7025343" y="782801"/>
            <a:ext cx="1024504" cy="966558"/>
          </a:xfrm>
          <a:custGeom>
            <a:rect b="b" l="l" r="r" t="t"/>
            <a:pathLst>
              <a:path extrusionOk="0" h="74009" w="78476">
                <a:moveTo>
                  <a:pt x="39246" y="0"/>
                </a:moveTo>
                <a:lnTo>
                  <a:pt x="1" y="74009"/>
                </a:lnTo>
                <a:lnTo>
                  <a:pt x="78476" y="74009"/>
                </a:lnTo>
                <a:lnTo>
                  <a:pt x="392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32"/>
          <p:cNvSpPr txBox="1"/>
          <p:nvPr>
            <p:ph type="title"/>
          </p:nvPr>
        </p:nvSpPr>
        <p:spPr>
          <a:xfrm>
            <a:off x="1499100" y="1425325"/>
            <a:ext cx="6145800" cy="1226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6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b="0" sz="4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6000"/>
              <a:t>Questions?</a:t>
            </a:r>
            <a:endParaRPr sz="6000"/>
          </a:p>
        </p:txBody>
      </p:sp>
      <p:sp>
        <p:nvSpPr>
          <p:cNvPr id="2628" name="Google Shape;2628;p32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33"/>
          <p:cNvSpPr txBox="1"/>
          <p:nvPr>
            <p:ph type="title"/>
          </p:nvPr>
        </p:nvSpPr>
        <p:spPr>
          <a:xfrm>
            <a:off x="723900" y="436975"/>
            <a:ext cx="7696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634" name="Google Shape;2634;p33"/>
          <p:cNvSpPr txBox="1"/>
          <p:nvPr>
            <p:ph idx="4294967295" type="body"/>
          </p:nvPr>
        </p:nvSpPr>
        <p:spPr>
          <a:xfrm>
            <a:off x="720000" y="1152475"/>
            <a:ext cx="770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Bolden-Barrett, V. (2019, April 4). </a:t>
            </a:r>
            <a:r>
              <a:rPr i="1" lang="en" sz="900">
                <a:solidFill>
                  <a:srgbClr val="000000"/>
                </a:solidFill>
              </a:rPr>
              <a:t>Study: Most workers are fairly happy on the job, but low pay remains a sticking point</a:t>
            </a:r>
            <a:r>
              <a:rPr lang="en" sz="900">
                <a:solidFill>
                  <a:srgbClr val="000000"/>
                </a:solidFill>
              </a:rPr>
              <a:t>. HR Dive. https://www.hrdive.com/news/study-most-workers-ar</a:t>
            </a:r>
            <a:endParaRPr sz="900">
              <a:solidFill>
                <a:srgbClr val="000000"/>
              </a:solidFill>
            </a:endParaRPr>
          </a:p>
          <a:p>
            <a:pPr indent="-4572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e-fairly-happy-on-the-job-but-low-pay-remains-a-stic/551906/</a:t>
            </a:r>
            <a:endParaRPr sz="900">
              <a:solidFill>
                <a:srgbClr val="000000"/>
              </a:solidFill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Montuori, P., Sorrentino, M., Sarnacchiaro, P., Di Duca, F., Nardo, A., Ferrante, B., D’Angelo, D., Di Sarno, S., Pennino, F., Masucci, A., Triassi, M., &amp; Nardone, A. (2022). Job Satisfaction: Knowledge, Attitudes, and Practices Analysis in a Well-Educated Population.</a:t>
            </a:r>
            <a:r>
              <a:rPr i="1" lang="en" sz="900">
                <a:solidFill>
                  <a:srgbClr val="000000"/>
                </a:solidFill>
              </a:rPr>
              <a:t> International Journal of Environmental Research and Public Health, 19(21), 1–12. https://doi.org/10.3390/ijerph192114214</a:t>
            </a:r>
            <a:endParaRPr i="1" sz="900">
              <a:solidFill>
                <a:srgbClr val="000000"/>
              </a:solidFill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Shashenkova, L. (2024, February 8).</a:t>
            </a:r>
            <a:r>
              <a:rPr i="1" lang="en" sz="900">
                <a:solidFill>
                  <a:srgbClr val="000000"/>
                </a:solidFill>
              </a:rPr>
              <a:t> What is Job Satisfaction and How Does It Affect Performance? </a:t>
            </a:r>
            <a:r>
              <a:rPr lang="en" sz="900">
                <a:solidFill>
                  <a:srgbClr val="000000"/>
                </a:solidFill>
              </a:rPr>
              <a:t>Bain and Gray. https://www.bainandgray.com/blog/what-is-job-satisfaction</a:t>
            </a:r>
            <a:endParaRPr sz="900">
              <a:solidFill>
                <a:srgbClr val="000000"/>
              </a:solidFill>
            </a:endParaRPr>
          </a:p>
          <a:p>
            <a:pPr indent="-4572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-and-how-does-it-effect-performance</a:t>
            </a:r>
            <a:endParaRPr i="1" sz="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000000"/>
                </a:solidFill>
              </a:rPr>
              <a:t>Stack Overflow Insights - Developer Hiring, Marketing, and User Research</a:t>
            </a:r>
            <a:r>
              <a:rPr lang="en" sz="900">
                <a:solidFill>
                  <a:srgbClr val="000000"/>
                </a:solidFill>
              </a:rPr>
              <a:t>. (n.d.). </a:t>
            </a:r>
            <a:endParaRPr sz="9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survey.stackoverflow.co. https://survey.stackoverflow.co/</a:t>
            </a:r>
            <a:endParaRPr sz="900">
              <a:solidFill>
                <a:srgbClr val="000000"/>
              </a:solidFill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Walker, Elizabeth. “Job Satisfaction Factors: Identifying the Right Benefits.” </a:t>
            </a:r>
            <a:r>
              <a:rPr i="1" lang="en" sz="900">
                <a:solidFill>
                  <a:srgbClr val="000000"/>
                </a:solidFill>
              </a:rPr>
              <a:t>Job Satisfaction Factors: Identifying the Right Benefits</a:t>
            </a:r>
            <a:r>
              <a:rPr lang="en" sz="900">
                <a:solidFill>
                  <a:srgbClr val="000000"/>
                </a:solidFill>
              </a:rPr>
              <a:t>, PeopleKeep, Inc., 11 Oct. 2024, www.peoplekeep.com/blog/factors-influencing-job-satisfaction. </a:t>
            </a:r>
            <a:endParaRPr sz="900"/>
          </a:p>
        </p:txBody>
      </p:sp>
      <p:sp>
        <p:nvSpPr>
          <p:cNvPr id="2635" name="Google Shape;2635;p33"/>
          <p:cNvSpPr txBox="1"/>
          <p:nvPr/>
        </p:nvSpPr>
        <p:spPr>
          <a:xfrm>
            <a:off x="44500" y="4774200"/>
            <a:ext cx="47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11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Workplan by Slidesgo">
  <a:themeElements>
    <a:clrScheme name="Simple Light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